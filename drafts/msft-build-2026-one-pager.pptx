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6" r:id="rId3"/>
  </p:sldMasterIdLst>
  <p:notesMasterIdLst>
    <p:notesMasterId r:id="rId4"/>
  </p:notesMasterIdLst>
  <p:sldIdLst>
    <p:sldId id="256" r:id="rId5"/>
    <p:sldId id="257" r:id="rId6"/>
  </p:sldIdLst>
  <p:sldSz cy="5143500" cx="9144000"/>
  <p:notesSz cx="6858000" cy="9144000"/>
  <p:embeddedFontLst>
    <p:embeddedFont>
      <p:font typeface="Inter"/>
      <p:regular r:id="rId7"/>
      <p:bold r:id="rId8"/>
      <p:italic r:id="rId9"/>
      <p:boldItalic r:id="rId10"/>
    </p:embeddedFont>
    <p:embeddedFont>
      <p:font typeface="Inter ExtraBold"/>
      <p:bold r:id="rId11"/>
      <p:boldItalic r:id="rId12"/>
    </p:embeddedFont>
    <p:embeddedFont>
      <p:font typeface="Inter Medium"/>
      <p:regular r:id="rId13"/>
      <p:bold r:id="rId14"/>
      <p:italic r:id="rId15"/>
      <p:boldItalic r:id="rId16"/>
    </p:embeddedFont>
    <p:embeddedFont>
      <p:font typeface="Inter Black"/>
      <p:bold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font" Target="fonts/Inter-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font" Target="fonts/Inter-regular.fntdata"/><Relationship Id="rId8" Type="http://schemas.openxmlformats.org/officeDocument/2006/relationships/font" Target="fonts/Inter-bold.fntdata"/><Relationship Id="rId11" Type="http://schemas.openxmlformats.org/officeDocument/2006/relationships/font" Target="fonts/InterExtraBold-bold.fntdata"/><Relationship Id="rId10" Type="http://schemas.openxmlformats.org/officeDocument/2006/relationships/font" Target="fonts/Inter-boldItalic.fntdata"/><Relationship Id="rId13" Type="http://schemas.openxmlformats.org/officeDocument/2006/relationships/font" Target="fonts/InterMedium-regular.fntdata"/><Relationship Id="rId12" Type="http://schemas.openxmlformats.org/officeDocument/2006/relationships/font" Target="fonts/InterExtraBold-boldItalic.fntdata"/><Relationship Id="rId15" Type="http://schemas.openxmlformats.org/officeDocument/2006/relationships/font" Target="fonts/InterMedium-italic.fntdata"/><Relationship Id="rId14" Type="http://schemas.openxmlformats.org/officeDocument/2006/relationships/font" Target="fonts/InterMedium-bold.fntdata"/><Relationship Id="rId17" Type="http://schemas.openxmlformats.org/officeDocument/2006/relationships/font" Target="fonts/InterBlack-bold.fntdata"/><Relationship Id="rId16" Type="http://schemas.openxmlformats.org/officeDocument/2006/relationships/font" Target="fonts/InterMedium-boldItalic.fntdata"/><Relationship Id="rId18" Type="http://schemas.openxmlformats.org/officeDocument/2006/relationships/font" Target="fonts/InterBlack-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2d8bd5c18f1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2d8bd5c18f1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d80320b934_0_8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d80320b934_0_8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3D">
  <p:cSld name="TITLE_1_1">
    <p:bg>
      <p:bgPr>
        <a:solidFill>
          <a:schemeClr val="accent2"/>
        </a:solidFill>
      </p:bgPr>
    </p:bg>
    <p:spTree>
      <p:nvGrpSpPr>
        <p:cNvPr id="8" name="Shape 8"/>
        <p:cNvGrpSpPr/>
        <p:nvPr/>
      </p:nvGrpSpPr>
      <p:grpSpPr>
        <a:xfrm>
          <a:off x="0" y="0"/>
          <a:ext cx="0" cy="0"/>
          <a:chOff x="0" y="0"/>
          <a:chExt cx="0" cy="0"/>
        </a:xfrm>
      </p:grpSpPr>
      <p:pic>
        <p:nvPicPr>
          <p:cNvPr id="9" name="Google Shape;9;p2"/>
          <p:cNvPicPr preferRelativeResize="0"/>
          <p:nvPr/>
        </p:nvPicPr>
        <p:blipFill>
          <a:blip r:embed="rId2">
            <a:alphaModFix/>
          </a:blip>
          <a:stretch>
            <a:fillRect/>
          </a:stretch>
        </p:blipFill>
        <p:spPr>
          <a:xfrm>
            <a:off x="689500" y="4182599"/>
            <a:ext cx="2482326" cy="480625"/>
          </a:xfrm>
          <a:prstGeom prst="rect">
            <a:avLst/>
          </a:prstGeom>
          <a:noFill/>
          <a:ln>
            <a:noFill/>
          </a:ln>
        </p:spPr>
      </p:pic>
      <p:sp>
        <p:nvSpPr>
          <p:cNvPr id="10" name="Google Shape;10;p2"/>
          <p:cNvSpPr txBox="1"/>
          <p:nvPr>
            <p:ph type="title"/>
          </p:nvPr>
        </p:nvSpPr>
        <p:spPr>
          <a:xfrm>
            <a:off x="622800" y="787300"/>
            <a:ext cx="5898300" cy="1141500"/>
          </a:xfrm>
          <a:prstGeom prst="rect">
            <a:avLst/>
          </a:prstGeom>
        </p:spPr>
        <p:txBody>
          <a:bodyPr anchorCtr="0" anchor="t" bIns="91425" lIns="0" spcFirstLastPara="1" rIns="91425" wrap="square" tIns="91425">
            <a:normAutofit/>
          </a:bodyPr>
          <a:lstStyle>
            <a:lvl1pPr lvl="0">
              <a:spcBef>
                <a:spcPts val="0"/>
              </a:spcBef>
              <a:spcAft>
                <a:spcPts val="0"/>
              </a:spcAft>
              <a:buClr>
                <a:schemeClr val="lt1"/>
              </a:buClr>
              <a:buSzPts val="3300"/>
              <a:buFont typeface="Inter ExtraBold"/>
              <a:buNone/>
              <a:defRPr sz="3300">
                <a:solidFill>
                  <a:schemeClr val="lt1"/>
                </a:solidFill>
                <a:latin typeface="Inter ExtraBold"/>
                <a:ea typeface="Inter ExtraBold"/>
                <a:cs typeface="Inter ExtraBold"/>
                <a:sym typeface="Inter ExtraBol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 name="Google Shape;11;p2"/>
          <p:cNvSpPr txBox="1"/>
          <p:nvPr>
            <p:ph idx="1" type="subTitle"/>
          </p:nvPr>
        </p:nvSpPr>
        <p:spPr>
          <a:xfrm>
            <a:off x="622800" y="1928800"/>
            <a:ext cx="4435500" cy="10167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800"/>
              <a:buFont typeface="Inter"/>
              <a:buNone/>
              <a:defRPr>
                <a:solidFill>
                  <a:schemeClr val="lt1"/>
                </a:solidFill>
                <a:latin typeface="Inter"/>
                <a:ea typeface="Inter"/>
                <a:cs typeface="Inter"/>
                <a:sym typeface="Inter"/>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pic>
        <p:nvPicPr>
          <p:cNvPr id="12" name="Google Shape;12;p2" title="blue-1.png"/>
          <p:cNvPicPr preferRelativeResize="0"/>
          <p:nvPr/>
        </p:nvPicPr>
        <p:blipFill rotWithShape="1">
          <a:blip r:embed="rId3">
            <a:alphaModFix/>
          </a:blip>
          <a:srcRect b="25658" l="18389" r="45370" t="37"/>
          <a:stretch/>
        </p:blipFill>
        <p:spPr>
          <a:xfrm>
            <a:off x="5340875" y="753625"/>
            <a:ext cx="3803126" cy="438987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 name="Shape 13"/>
        <p:cNvGrpSpPr/>
        <p:nvPr/>
      </p:nvGrpSpPr>
      <p:grpSpPr>
        <a:xfrm>
          <a:off x="0" y="0"/>
          <a:ext cx="0" cy="0"/>
          <a:chOff x="0" y="0"/>
          <a:chExt cx="0" cy="0"/>
        </a:xfrm>
      </p:grpSpPr>
      <p:pic>
        <p:nvPicPr>
          <p:cNvPr id="14" name="Google Shape;14;p3"/>
          <p:cNvPicPr preferRelativeResize="0"/>
          <p:nvPr/>
        </p:nvPicPr>
        <p:blipFill>
          <a:blip r:embed="rId2">
            <a:alphaModFix/>
          </a:blip>
          <a:stretch>
            <a:fillRect/>
          </a:stretch>
        </p:blipFill>
        <p:spPr>
          <a:xfrm>
            <a:off x="8435923" y="4863300"/>
            <a:ext cx="555976" cy="19112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dy - content">
  <p:cSld name="CUSTOM_11">
    <p:spTree>
      <p:nvGrpSpPr>
        <p:cNvPr id="15" name="Shape 15"/>
        <p:cNvGrpSpPr/>
        <p:nvPr/>
      </p:nvGrpSpPr>
      <p:grpSpPr>
        <a:xfrm>
          <a:off x="0" y="0"/>
          <a:ext cx="0" cy="0"/>
          <a:chOff x="0" y="0"/>
          <a:chExt cx="0" cy="0"/>
        </a:xfrm>
      </p:grpSpPr>
      <p:sp>
        <p:nvSpPr>
          <p:cNvPr id="16" name="Google Shape;16;p4"/>
          <p:cNvSpPr txBox="1"/>
          <p:nvPr>
            <p:ph idx="1" type="body"/>
          </p:nvPr>
        </p:nvSpPr>
        <p:spPr>
          <a:xfrm>
            <a:off x="457200" y="1869300"/>
            <a:ext cx="8520600" cy="2699700"/>
          </a:xfrm>
          <a:prstGeom prst="rect">
            <a:avLst/>
          </a:prstGeom>
        </p:spPr>
        <p:txBody>
          <a:bodyPr anchorCtr="0" anchor="t" bIns="91425" lIns="91425" spcFirstLastPara="1" rIns="91425" wrap="square" tIns="91425">
            <a:normAutofit/>
          </a:bodyPr>
          <a:lstStyle>
            <a:lvl1pPr indent="-304800" lvl="0" marL="457200">
              <a:lnSpc>
                <a:spcPct val="115000"/>
              </a:lnSpc>
              <a:spcBef>
                <a:spcPts val="0"/>
              </a:spcBef>
              <a:spcAft>
                <a:spcPts val="0"/>
              </a:spcAft>
              <a:buClr>
                <a:srgbClr val="1C1E23"/>
              </a:buClr>
              <a:buSzPts val="1200"/>
              <a:buFont typeface="Inter"/>
              <a:buChar char="●"/>
              <a:defRPr sz="1200">
                <a:solidFill>
                  <a:srgbClr val="1C1E23"/>
                </a:solidFill>
                <a:latin typeface="Inter"/>
                <a:ea typeface="Inter"/>
                <a:cs typeface="Inter"/>
                <a:sym typeface="Inter"/>
              </a:defRPr>
            </a:lvl1pPr>
            <a:lvl2pPr indent="-304800" lvl="1" marL="914400">
              <a:lnSpc>
                <a:spcPct val="115000"/>
              </a:lnSpc>
              <a:spcBef>
                <a:spcPts val="0"/>
              </a:spcBef>
              <a:spcAft>
                <a:spcPts val="0"/>
              </a:spcAft>
              <a:buClr>
                <a:srgbClr val="1C1E23"/>
              </a:buClr>
              <a:buSzPts val="1200"/>
              <a:buFont typeface="Inter"/>
              <a:buChar char="○"/>
              <a:defRPr sz="1200">
                <a:solidFill>
                  <a:srgbClr val="1C1E23"/>
                </a:solidFill>
                <a:latin typeface="Inter"/>
                <a:ea typeface="Inter"/>
                <a:cs typeface="Inter"/>
                <a:sym typeface="Inter"/>
              </a:defRPr>
            </a:lvl2pPr>
            <a:lvl3pPr indent="-304800" lvl="2" marL="1371600">
              <a:lnSpc>
                <a:spcPct val="115000"/>
              </a:lnSpc>
              <a:spcBef>
                <a:spcPts val="0"/>
              </a:spcBef>
              <a:spcAft>
                <a:spcPts val="0"/>
              </a:spcAft>
              <a:buClr>
                <a:srgbClr val="1C1E23"/>
              </a:buClr>
              <a:buSzPts val="1200"/>
              <a:buFont typeface="Inter"/>
              <a:buChar char="■"/>
              <a:defRPr sz="1200">
                <a:solidFill>
                  <a:srgbClr val="1C1E23"/>
                </a:solidFill>
                <a:latin typeface="Inter"/>
                <a:ea typeface="Inter"/>
                <a:cs typeface="Inter"/>
                <a:sym typeface="Inter"/>
              </a:defRPr>
            </a:lvl3pPr>
            <a:lvl4pPr indent="-304800" lvl="3" marL="1828800">
              <a:lnSpc>
                <a:spcPct val="115000"/>
              </a:lnSpc>
              <a:spcBef>
                <a:spcPts val="0"/>
              </a:spcBef>
              <a:spcAft>
                <a:spcPts val="0"/>
              </a:spcAft>
              <a:buClr>
                <a:srgbClr val="1C1E23"/>
              </a:buClr>
              <a:buSzPts val="1200"/>
              <a:buFont typeface="Inter"/>
              <a:buChar char="●"/>
              <a:defRPr sz="1200">
                <a:solidFill>
                  <a:srgbClr val="1C1E23"/>
                </a:solidFill>
                <a:latin typeface="Inter"/>
                <a:ea typeface="Inter"/>
                <a:cs typeface="Inter"/>
                <a:sym typeface="Inter"/>
              </a:defRPr>
            </a:lvl4pPr>
            <a:lvl5pPr indent="-304800" lvl="4" marL="2286000">
              <a:lnSpc>
                <a:spcPct val="115000"/>
              </a:lnSpc>
              <a:spcBef>
                <a:spcPts val="0"/>
              </a:spcBef>
              <a:spcAft>
                <a:spcPts val="0"/>
              </a:spcAft>
              <a:buClr>
                <a:srgbClr val="1C1E23"/>
              </a:buClr>
              <a:buSzPts val="1200"/>
              <a:buFont typeface="Inter"/>
              <a:buChar char="○"/>
              <a:defRPr sz="1200">
                <a:solidFill>
                  <a:srgbClr val="1C1E23"/>
                </a:solidFill>
                <a:latin typeface="Inter"/>
                <a:ea typeface="Inter"/>
                <a:cs typeface="Inter"/>
                <a:sym typeface="Inter"/>
              </a:defRPr>
            </a:lvl5pPr>
            <a:lvl6pPr indent="-304800" lvl="5" marL="2743200">
              <a:lnSpc>
                <a:spcPct val="115000"/>
              </a:lnSpc>
              <a:spcBef>
                <a:spcPts val="0"/>
              </a:spcBef>
              <a:spcAft>
                <a:spcPts val="0"/>
              </a:spcAft>
              <a:buClr>
                <a:srgbClr val="1C1E23"/>
              </a:buClr>
              <a:buSzPts val="1200"/>
              <a:buFont typeface="Inter"/>
              <a:buChar char="■"/>
              <a:defRPr sz="1200">
                <a:solidFill>
                  <a:srgbClr val="1C1E23"/>
                </a:solidFill>
                <a:latin typeface="Inter"/>
                <a:ea typeface="Inter"/>
                <a:cs typeface="Inter"/>
                <a:sym typeface="Inter"/>
              </a:defRPr>
            </a:lvl6pPr>
            <a:lvl7pPr indent="-304800" lvl="6" marL="3200400">
              <a:lnSpc>
                <a:spcPct val="115000"/>
              </a:lnSpc>
              <a:spcBef>
                <a:spcPts val="0"/>
              </a:spcBef>
              <a:spcAft>
                <a:spcPts val="0"/>
              </a:spcAft>
              <a:buClr>
                <a:srgbClr val="1C1E23"/>
              </a:buClr>
              <a:buSzPts val="1200"/>
              <a:buFont typeface="Inter"/>
              <a:buChar char="●"/>
              <a:defRPr sz="1200">
                <a:solidFill>
                  <a:srgbClr val="1C1E23"/>
                </a:solidFill>
                <a:latin typeface="Inter"/>
                <a:ea typeface="Inter"/>
                <a:cs typeface="Inter"/>
                <a:sym typeface="Inter"/>
              </a:defRPr>
            </a:lvl7pPr>
            <a:lvl8pPr indent="-304800" lvl="7" marL="3657600">
              <a:lnSpc>
                <a:spcPct val="115000"/>
              </a:lnSpc>
              <a:spcBef>
                <a:spcPts val="0"/>
              </a:spcBef>
              <a:spcAft>
                <a:spcPts val="0"/>
              </a:spcAft>
              <a:buClr>
                <a:srgbClr val="1C1E23"/>
              </a:buClr>
              <a:buSzPts val="1200"/>
              <a:buFont typeface="Inter"/>
              <a:buChar char="○"/>
              <a:defRPr sz="1200">
                <a:solidFill>
                  <a:srgbClr val="1C1E23"/>
                </a:solidFill>
                <a:latin typeface="Inter"/>
                <a:ea typeface="Inter"/>
                <a:cs typeface="Inter"/>
                <a:sym typeface="Inter"/>
              </a:defRPr>
            </a:lvl8pPr>
            <a:lvl9pPr indent="-304800" lvl="8" marL="4114800">
              <a:lnSpc>
                <a:spcPct val="115000"/>
              </a:lnSpc>
              <a:spcBef>
                <a:spcPts val="0"/>
              </a:spcBef>
              <a:spcAft>
                <a:spcPts val="0"/>
              </a:spcAft>
              <a:buClr>
                <a:srgbClr val="1C1E23"/>
              </a:buClr>
              <a:buSzPts val="1200"/>
              <a:buFont typeface="Inter"/>
              <a:buChar char="■"/>
              <a:defRPr sz="1200">
                <a:solidFill>
                  <a:srgbClr val="1C1E23"/>
                </a:solidFill>
                <a:latin typeface="Inter"/>
                <a:ea typeface="Inter"/>
                <a:cs typeface="Inter"/>
                <a:sym typeface="Inter"/>
              </a:defRPr>
            </a:lvl9pPr>
          </a:lstStyle>
          <a:p/>
        </p:txBody>
      </p:sp>
      <p:sp>
        <p:nvSpPr>
          <p:cNvPr id="17" name="Google Shape;17;p4"/>
          <p:cNvSpPr txBox="1"/>
          <p:nvPr>
            <p:ph idx="2" type="subTitle"/>
          </p:nvPr>
        </p:nvSpPr>
        <p:spPr>
          <a:xfrm>
            <a:off x="457200" y="1104325"/>
            <a:ext cx="7707000" cy="618300"/>
          </a:xfrm>
          <a:prstGeom prst="rect">
            <a:avLst/>
          </a:prstGeom>
        </p:spPr>
        <p:txBody>
          <a:bodyPr anchorCtr="0" anchor="t" bIns="91425" lIns="0" spcFirstLastPara="1" rIns="91425" wrap="square" tIns="91425">
            <a:noAutofit/>
          </a:bodyPr>
          <a:lstStyle>
            <a:lvl1pPr lvl="0">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8" name="Google Shape;18;p4"/>
          <p:cNvSpPr txBox="1"/>
          <p:nvPr>
            <p:ph type="title"/>
          </p:nvPr>
        </p:nvSpPr>
        <p:spPr>
          <a:xfrm>
            <a:off x="457200" y="783675"/>
            <a:ext cx="4314000" cy="472800"/>
          </a:xfrm>
          <a:prstGeom prst="rect">
            <a:avLst/>
          </a:prstGeom>
        </p:spPr>
        <p:txBody>
          <a:bodyPr anchorCtr="0" anchor="t" bIns="91425" lIns="0" spcFirstLastPara="1" rIns="91425" wrap="square" tIns="91425">
            <a:noAutofit/>
          </a:bodyPr>
          <a:lstStyle>
            <a:lvl1pPr lvl="0">
              <a:spcBef>
                <a:spcPts val="0"/>
              </a:spcBef>
              <a:spcAft>
                <a:spcPts val="0"/>
              </a:spcAft>
              <a:buSzPts val="2200"/>
              <a:buFont typeface="Inter"/>
              <a:buNone/>
              <a:defRPr b="1" sz="2200">
                <a:latin typeface="Inter"/>
                <a:ea typeface="Inter"/>
                <a:cs typeface="Inter"/>
                <a:sym typeface="Inter"/>
              </a:defRPr>
            </a:lvl1pPr>
            <a:lvl2pPr lvl="1">
              <a:spcBef>
                <a:spcPts val="0"/>
              </a:spcBef>
              <a:spcAft>
                <a:spcPts val="0"/>
              </a:spcAft>
              <a:buSzPts val="2200"/>
              <a:buFont typeface="Inter"/>
              <a:buNone/>
              <a:defRPr b="1" sz="2200">
                <a:latin typeface="Inter"/>
                <a:ea typeface="Inter"/>
                <a:cs typeface="Inter"/>
                <a:sym typeface="Inter"/>
              </a:defRPr>
            </a:lvl2pPr>
            <a:lvl3pPr lvl="2">
              <a:spcBef>
                <a:spcPts val="0"/>
              </a:spcBef>
              <a:spcAft>
                <a:spcPts val="0"/>
              </a:spcAft>
              <a:buSzPts val="2200"/>
              <a:buFont typeface="Inter"/>
              <a:buNone/>
              <a:defRPr b="1" sz="2200">
                <a:latin typeface="Inter"/>
                <a:ea typeface="Inter"/>
                <a:cs typeface="Inter"/>
                <a:sym typeface="Inter"/>
              </a:defRPr>
            </a:lvl3pPr>
            <a:lvl4pPr lvl="3">
              <a:spcBef>
                <a:spcPts val="0"/>
              </a:spcBef>
              <a:spcAft>
                <a:spcPts val="0"/>
              </a:spcAft>
              <a:buSzPts val="2200"/>
              <a:buFont typeface="Inter"/>
              <a:buNone/>
              <a:defRPr b="1" sz="2200">
                <a:latin typeface="Inter"/>
                <a:ea typeface="Inter"/>
                <a:cs typeface="Inter"/>
                <a:sym typeface="Inter"/>
              </a:defRPr>
            </a:lvl4pPr>
            <a:lvl5pPr lvl="4">
              <a:spcBef>
                <a:spcPts val="0"/>
              </a:spcBef>
              <a:spcAft>
                <a:spcPts val="0"/>
              </a:spcAft>
              <a:buSzPts val="2200"/>
              <a:buFont typeface="Inter"/>
              <a:buNone/>
              <a:defRPr b="1" sz="2200">
                <a:latin typeface="Inter"/>
                <a:ea typeface="Inter"/>
                <a:cs typeface="Inter"/>
                <a:sym typeface="Inter"/>
              </a:defRPr>
            </a:lvl5pPr>
            <a:lvl6pPr lvl="5">
              <a:spcBef>
                <a:spcPts val="0"/>
              </a:spcBef>
              <a:spcAft>
                <a:spcPts val="0"/>
              </a:spcAft>
              <a:buSzPts val="2200"/>
              <a:buFont typeface="Inter"/>
              <a:buNone/>
              <a:defRPr b="1" sz="2200">
                <a:latin typeface="Inter"/>
                <a:ea typeface="Inter"/>
                <a:cs typeface="Inter"/>
                <a:sym typeface="Inter"/>
              </a:defRPr>
            </a:lvl6pPr>
            <a:lvl7pPr lvl="6">
              <a:spcBef>
                <a:spcPts val="0"/>
              </a:spcBef>
              <a:spcAft>
                <a:spcPts val="0"/>
              </a:spcAft>
              <a:buSzPts val="2200"/>
              <a:buFont typeface="Inter"/>
              <a:buNone/>
              <a:defRPr b="1" sz="2200">
                <a:latin typeface="Inter"/>
                <a:ea typeface="Inter"/>
                <a:cs typeface="Inter"/>
                <a:sym typeface="Inter"/>
              </a:defRPr>
            </a:lvl7pPr>
            <a:lvl8pPr lvl="7">
              <a:spcBef>
                <a:spcPts val="0"/>
              </a:spcBef>
              <a:spcAft>
                <a:spcPts val="0"/>
              </a:spcAft>
              <a:buSzPts val="2200"/>
              <a:buFont typeface="Inter"/>
              <a:buNone/>
              <a:defRPr b="1" sz="2200">
                <a:latin typeface="Inter"/>
                <a:ea typeface="Inter"/>
                <a:cs typeface="Inter"/>
                <a:sym typeface="Inter"/>
              </a:defRPr>
            </a:lvl8pPr>
            <a:lvl9pPr lvl="8">
              <a:spcBef>
                <a:spcPts val="0"/>
              </a:spcBef>
              <a:spcAft>
                <a:spcPts val="0"/>
              </a:spcAft>
              <a:buSzPts val="2200"/>
              <a:buFont typeface="Inter"/>
              <a:buNone/>
              <a:defRPr b="1" sz="2200">
                <a:latin typeface="Inter"/>
                <a:ea typeface="Inter"/>
                <a:cs typeface="Inter"/>
                <a:sym typeface="Inter"/>
              </a:defRPr>
            </a:lvl9pPr>
          </a:lstStyle>
          <a:p/>
        </p:txBody>
      </p:sp>
      <p:pic>
        <p:nvPicPr>
          <p:cNvPr id="19" name="Google Shape;19;p4"/>
          <p:cNvPicPr preferRelativeResize="0"/>
          <p:nvPr/>
        </p:nvPicPr>
        <p:blipFill>
          <a:blip r:embed="rId2">
            <a:alphaModFix/>
          </a:blip>
          <a:stretch>
            <a:fillRect/>
          </a:stretch>
        </p:blipFill>
        <p:spPr>
          <a:xfrm>
            <a:off x="8435923" y="4863300"/>
            <a:ext cx="555976" cy="19112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dy - left aligned">
  <p:cSld name="BLANK_4">
    <p:spTree>
      <p:nvGrpSpPr>
        <p:cNvPr id="20" name="Shape 20"/>
        <p:cNvGrpSpPr/>
        <p:nvPr/>
      </p:nvGrpSpPr>
      <p:grpSpPr>
        <a:xfrm>
          <a:off x="0" y="0"/>
          <a:ext cx="0" cy="0"/>
          <a:chOff x="0" y="0"/>
          <a:chExt cx="0" cy="0"/>
        </a:xfrm>
      </p:grpSpPr>
      <p:pic>
        <p:nvPicPr>
          <p:cNvPr id="21" name="Google Shape;21;p5"/>
          <p:cNvPicPr preferRelativeResize="0"/>
          <p:nvPr/>
        </p:nvPicPr>
        <p:blipFill>
          <a:blip r:embed="rId2">
            <a:alphaModFix/>
          </a:blip>
          <a:stretch>
            <a:fillRect/>
          </a:stretch>
        </p:blipFill>
        <p:spPr>
          <a:xfrm>
            <a:off x="8435923" y="4863300"/>
            <a:ext cx="555976" cy="191125"/>
          </a:xfrm>
          <a:prstGeom prst="rect">
            <a:avLst/>
          </a:prstGeom>
          <a:noFill/>
          <a:ln>
            <a:noFill/>
          </a:ln>
        </p:spPr>
      </p:pic>
      <p:sp>
        <p:nvSpPr>
          <p:cNvPr id="22" name="Google Shape;22;p5"/>
          <p:cNvSpPr txBox="1"/>
          <p:nvPr>
            <p:ph type="title"/>
          </p:nvPr>
        </p:nvSpPr>
        <p:spPr>
          <a:xfrm>
            <a:off x="457925" y="357875"/>
            <a:ext cx="7035300" cy="472800"/>
          </a:xfrm>
          <a:prstGeom prst="rect">
            <a:avLst/>
          </a:prstGeom>
        </p:spPr>
        <p:txBody>
          <a:bodyPr anchorCtr="0" anchor="t" bIns="91425" lIns="0" spcFirstLastPara="1" rIns="91425" wrap="square" tIns="91425">
            <a:noAutofit/>
          </a:bodyPr>
          <a:lstStyle>
            <a:lvl1pPr lvl="0">
              <a:spcBef>
                <a:spcPts val="0"/>
              </a:spcBef>
              <a:spcAft>
                <a:spcPts val="0"/>
              </a:spcAft>
              <a:buSzPts val="2200"/>
              <a:buFont typeface="Inter"/>
              <a:buNone/>
              <a:defRPr b="1" sz="2200">
                <a:latin typeface="Inter"/>
                <a:ea typeface="Inter"/>
                <a:cs typeface="Inter"/>
                <a:sym typeface="Inter"/>
              </a:defRPr>
            </a:lvl1pPr>
            <a:lvl2pPr lvl="1">
              <a:spcBef>
                <a:spcPts val="0"/>
              </a:spcBef>
              <a:spcAft>
                <a:spcPts val="0"/>
              </a:spcAft>
              <a:buSzPts val="2200"/>
              <a:buFont typeface="Inter"/>
              <a:buNone/>
              <a:defRPr b="1" sz="2200">
                <a:latin typeface="Inter"/>
                <a:ea typeface="Inter"/>
                <a:cs typeface="Inter"/>
                <a:sym typeface="Inter"/>
              </a:defRPr>
            </a:lvl2pPr>
            <a:lvl3pPr lvl="2">
              <a:spcBef>
                <a:spcPts val="0"/>
              </a:spcBef>
              <a:spcAft>
                <a:spcPts val="0"/>
              </a:spcAft>
              <a:buSzPts val="2200"/>
              <a:buFont typeface="Inter"/>
              <a:buNone/>
              <a:defRPr b="1" sz="2200">
                <a:latin typeface="Inter"/>
                <a:ea typeface="Inter"/>
                <a:cs typeface="Inter"/>
                <a:sym typeface="Inter"/>
              </a:defRPr>
            </a:lvl3pPr>
            <a:lvl4pPr lvl="3">
              <a:spcBef>
                <a:spcPts val="0"/>
              </a:spcBef>
              <a:spcAft>
                <a:spcPts val="0"/>
              </a:spcAft>
              <a:buSzPts val="2200"/>
              <a:buFont typeface="Inter"/>
              <a:buNone/>
              <a:defRPr b="1" sz="2200">
                <a:latin typeface="Inter"/>
                <a:ea typeface="Inter"/>
                <a:cs typeface="Inter"/>
                <a:sym typeface="Inter"/>
              </a:defRPr>
            </a:lvl4pPr>
            <a:lvl5pPr lvl="4">
              <a:spcBef>
                <a:spcPts val="0"/>
              </a:spcBef>
              <a:spcAft>
                <a:spcPts val="0"/>
              </a:spcAft>
              <a:buSzPts val="2200"/>
              <a:buFont typeface="Inter"/>
              <a:buNone/>
              <a:defRPr b="1" sz="2200">
                <a:latin typeface="Inter"/>
                <a:ea typeface="Inter"/>
                <a:cs typeface="Inter"/>
                <a:sym typeface="Inter"/>
              </a:defRPr>
            </a:lvl5pPr>
            <a:lvl6pPr lvl="5">
              <a:spcBef>
                <a:spcPts val="0"/>
              </a:spcBef>
              <a:spcAft>
                <a:spcPts val="0"/>
              </a:spcAft>
              <a:buSzPts val="2200"/>
              <a:buFont typeface="Inter"/>
              <a:buNone/>
              <a:defRPr b="1" sz="2200">
                <a:latin typeface="Inter"/>
                <a:ea typeface="Inter"/>
                <a:cs typeface="Inter"/>
                <a:sym typeface="Inter"/>
              </a:defRPr>
            </a:lvl6pPr>
            <a:lvl7pPr lvl="6">
              <a:spcBef>
                <a:spcPts val="0"/>
              </a:spcBef>
              <a:spcAft>
                <a:spcPts val="0"/>
              </a:spcAft>
              <a:buSzPts val="2200"/>
              <a:buFont typeface="Inter"/>
              <a:buNone/>
              <a:defRPr b="1" sz="2200">
                <a:latin typeface="Inter"/>
                <a:ea typeface="Inter"/>
                <a:cs typeface="Inter"/>
                <a:sym typeface="Inter"/>
              </a:defRPr>
            </a:lvl7pPr>
            <a:lvl8pPr lvl="7">
              <a:spcBef>
                <a:spcPts val="0"/>
              </a:spcBef>
              <a:spcAft>
                <a:spcPts val="0"/>
              </a:spcAft>
              <a:buSzPts val="2200"/>
              <a:buFont typeface="Inter"/>
              <a:buNone/>
              <a:defRPr b="1" sz="2200">
                <a:latin typeface="Inter"/>
                <a:ea typeface="Inter"/>
                <a:cs typeface="Inter"/>
                <a:sym typeface="Inter"/>
              </a:defRPr>
            </a:lvl8pPr>
            <a:lvl9pPr lvl="8">
              <a:spcBef>
                <a:spcPts val="0"/>
              </a:spcBef>
              <a:spcAft>
                <a:spcPts val="0"/>
              </a:spcAft>
              <a:buSzPts val="2200"/>
              <a:buFont typeface="Inter"/>
              <a:buNone/>
              <a:defRPr b="1" sz="2200">
                <a:latin typeface="Inter"/>
                <a:ea typeface="Inter"/>
                <a:cs typeface="Inter"/>
                <a:sym typeface="Inter"/>
              </a:defRPr>
            </a:lvl9pPr>
          </a:lstStyle>
          <a:p/>
        </p:txBody>
      </p:sp>
      <p:sp>
        <p:nvSpPr>
          <p:cNvPr id="23" name="Google Shape;23;p5"/>
          <p:cNvSpPr txBox="1"/>
          <p:nvPr>
            <p:ph idx="1" type="subTitle"/>
          </p:nvPr>
        </p:nvSpPr>
        <p:spPr>
          <a:xfrm>
            <a:off x="457925" y="766550"/>
            <a:ext cx="3013200" cy="1349700"/>
          </a:xfrm>
          <a:prstGeom prst="rect">
            <a:avLst/>
          </a:prstGeom>
        </p:spPr>
        <p:txBody>
          <a:bodyPr anchorCtr="0" anchor="t" bIns="91425" lIns="0" spcFirstLastPara="1" rIns="91425" wrap="square" tIns="91425">
            <a:noAutofit/>
          </a:bodyPr>
          <a:lstStyle>
            <a:lvl1pPr lvl="0">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dy - left aligned 1">
  <p:cSld name="BLANK_4_2">
    <p:spTree>
      <p:nvGrpSpPr>
        <p:cNvPr id="24" name="Shape 24"/>
        <p:cNvGrpSpPr/>
        <p:nvPr/>
      </p:nvGrpSpPr>
      <p:grpSpPr>
        <a:xfrm>
          <a:off x="0" y="0"/>
          <a:ext cx="0" cy="0"/>
          <a:chOff x="0" y="0"/>
          <a:chExt cx="0" cy="0"/>
        </a:xfrm>
      </p:grpSpPr>
      <p:pic>
        <p:nvPicPr>
          <p:cNvPr id="25" name="Google Shape;25;p6"/>
          <p:cNvPicPr preferRelativeResize="0"/>
          <p:nvPr/>
        </p:nvPicPr>
        <p:blipFill>
          <a:blip r:embed="rId2">
            <a:alphaModFix/>
          </a:blip>
          <a:stretch>
            <a:fillRect/>
          </a:stretch>
        </p:blipFill>
        <p:spPr>
          <a:xfrm>
            <a:off x="8435923" y="4863300"/>
            <a:ext cx="555976" cy="191125"/>
          </a:xfrm>
          <a:prstGeom prst="rect">
            <a:avLst/>
          </a:prstGeom>
          <a:noFill/>
          <a:ln>
            <a:noFill/>
          </a:ln>
        </p:spPr>
      </p:pic>
      <p:sp>
        <p:nvSpPr>
          <p:cNvPr id="26" name="Google Shape;26;p6"/>
          <p:cNvSpPr txBox="1"/>
          <p:nvPr>
            <p:ph type="title"/>
          </p:nvPr>
        </p:nvSpPr>
        <p:spPr>
          <a:xfrm>
            <a:off x="457925" y="357875"/>
            <a:ext cx="7035300" cy="472800"/>
          </a:xfrm>
          <a:prstGeom prst="rect">
            <a:avLst/>
          </a:prstGeom>
        </p:spPr>
        <p:txBody>
          <a:bodyPr anchorCtr="0" anchor="t" bIns="91425" lIns="0" spcFirstLastPara="1" rIns="91425" wrap="square" tIns="91425">
            <a:noAutofit/>
          </a:bodyPr>
          <a:lstStyle>
            <a:lvl1pPr lvl="0">
              <a:spcBef>
                <a:spcPts val="0"/>
              </a:spcBef>
              <a:spcAft>
                <a:spcPts val="0"/>
              </a:spcAft>
              <a:buSzPts val="2200"/>
              <a:buFont typeface="Inter"/>
              <a:buNone/>
              <a:defRPr b="1" sz="2200">
                <a:latin typeface="Inter"/>
                <a:ea typeface="Inter"/>
                <a:cs typeface="Inter"/>
                <a:sym typeface="Inter"/>
              </a:defRPr>
            </a:lvl1pPr>
            <a:lvl2pPr lvl="1">
              <a:spcBef>
                <a:spcPts val="0"/>
              </a:spcBef>
              <a:spcAft>
                <a:spcPts val="0"/>
              </a:spcAft>
              <a:buSzPts val="2200"/>
              <a:buFont typeface="Inter"/>
              <a:buNone/>
              <a:defRPr b="1" sz="2200">
                <a:latin typeface="Inter"/>
                <a:ea typeface="Inter"/>
                <a:cs typeface="Inter"/>
                <a:sym typeface="Inter"/>
              </a:defRPr>
            </a:lvl2pPr>
            <a:lvl3pPr lvl="2">
              <a:spcBef>
                <a:spcPts val="0"/>
              </a:spcBef>
              <a:spcAft>
                <a:spcPts val="0"/>
              </a:spcAft>
              <a:buSzPts val="2200"/>
              <a:buFont typeface="Inter"/>
              <a:buNone/>
              <a:defRPr b="1" sz="2200">
                <a:latin typeface="Inter"/>
                <a:ea typeface="Inter"/>
                <a:cs typeface="Inter"/>
                <a:sym typeface="Inter"/>
              </a:defRPr>
            </a:lvl3pPr>
            <a:lvl4pPr lvl="3">
              <a:spcBef>
                <a:spcPts val="0"/>
              </a:spcBef>
              <a:spcAft>
                <a:spcPts val="0"/>
              </a:spcAft>
              <a:buSzPts val="2200"/>
              <a:buFont typeface="Inter"/>
              <a:buNone/>
              <a:defRPr b="1" sz="2200">
                <a:latin typeface="Inter"/>
                <a:ea typeface="Inter"/>
                <a:cs typeface="Inter"/>
                <a:sym typeface="Inter"/>
              </a:defRPr>
            </a:lvl4pPr>
            <a:lvl5pPr lvl="4">
              <a:spcBef>
                <a:spcPts val="0"/>
              </a:spcBef>
              <a:spcAft>
                <a:spcPts val="0"/>
              </a:spcAft>
              <a:buSzPts val="2200"/>
              <a:buFont typeface="Inter"/>
              <a:buNone/>
              <a:defRPr b="1" sz="2200">
                <a:latin typeface="Inter"/>
                <a:ea typeface="Inter"/>
                <a:cs typeface="Inter"/>
                <a:sym typeface="Inter"/>
              </a:defRPr>
            </a:lvl5pPr>
            <a:lvl6pPr lvl="5">
              <a:spcBef>
                <a:spcPts val="0"/>
              </a:spcBef>
              <a:spcAft>
                <a:spcPts val="0"/>
              </a:spcAft>
              <a:buSzPts val="2200"/>
              <a:buFont typeface="Inter"/>
              <a:buNone/>
              <a:defRPr b="1" sz="2200">
                <a:latin typeface="Inter"/>
                <a:ea typeface="Inter"/>
                <a:cs typeface="Inter"/>
                <a:sym typeface="Inter"/>
              </a:defRPr>
            </a:lvl6pPr>
            <a:lvl7pPr lvl="6">
              <a:spcBef>
                <a:spcPts val="0"/>
              </a:spcBef>
              <a:spcAft>
                <a:spcPts val="0"/>
              </a:spcAft>
              <a:buSzPts val="2200"/>
              <a:buFont typeface="Inter"/>
              <a:buNone/>
              <a:defRPr b="1" sz="2200">
                <a:latin typeface="Inter"/>
                <a:ea typeface="Inter"/>
                <a:cs typeface="Inter"/>
                <a:sym typeface="Inter"/>
              </a:defRPr>
            </a:lvl7pPr>
            <a:lvl8pPr lvl="7">
              <a:spcBef>
                <a:spcPts val="0"/>
              </a:spcBef>
              <a:spcAft>
                <a:spcPts val="0"/>
              </a:spcAft>
              <a:buSzPts val="2200"/>
              <a:buFont typeface="Inter"/>
              <a:buNone/>
              <a:defRPr b="1" sz="2200">
                <a:latin typeface="Inter"/>
                <a:ea typeface="Inter"/>
                <a:cs typeface="Inter"/>
                <a:sym typeface="Inter"/>
              </a:defRPr>
            </a:lvl8pPr>
            <a:lvl9pPr lvl="8">
              <a:spcBef>
                <a:spcPts val="0"/>
              </a:spcBef>
              <a:spcAft>
                <a:spcPts val="0"/>
              </a:spcAft>
              <a:buSzPts val="2200"/>
              <a:buFont typeface="Inter"/>
              <a:buNone/>
              <a:defRPr b="1" sz="2200">
                <a:latin typeface="Inter"/>
                <a:ea typeface="Inter"/>
                <a:cs typeface="Inter"/>
                <a:sym typeface="Inter"/>
              </a:defRPr>
            </a:lvl9pPr>
          </a:lstStyle>
          <a:p/>
        </p:txBody>
      </p:sp>
      <p:sp>
        <p:nvSpPr>
          <p:cNvPr id="27" name="Google Shape;27;p6"/>
          <p:cNvSpPr txBox="1"/>
          <p:nvPr>
            <p:ph idx="1" type="subTitle"/>
          </p:nvPr>
        </p:nvSpPr>
        <p:spPr>
          <a:xfrm>
            <a:off x="457925" y="766550"/>
            <a:ext cx="7224300" cy="472800"/>
          </a:xfrm>
          <a:prstGeom prst="rect">
            <a:avLst/>
          </a:prstGeom>
        </p:spPr>
        <p:txBody>
          <a:bodyPr anchorCtr="0" anchor="t" bIns="91425" lIns="0" spcFirstLastPara="1" rIns="91425" wrap="square" tIns="91425">
            <a:noAutofit/>
          </a:bodyPr>
          <a:lstStyle>
            <a:lvl1pPr lvl="0">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28" name="Google Shape;28;p6"/>
          <p:cNvSpPr txBox="1"/>
          <p:nvPr>
            <p:ph idx="2" type="body"/>
          </p:nvPr>
        </p:nvSpPr>
        <p:spPr>
          <a:xfrm>
            <a:off x="457200" y="1221900"/>
            <a:ext cx="8382300" cy="2699700"/>
          </a:xfrm>
          <a:prstGeom prst="rect">
            <a:avLst/>
          </a:prstGeom>
        </p:spPr>
        <p:txBody>
          <a:bodyPr anchorCtr="0" anchor="t" bIns="91425" lIns="0" spcFirstLastPara="1" rIns="91425" wrap="square" tIns="91425">
            <a:normAutofit/>
          </a:bodyPr>
          <a:lstStyle>
            <a:lvl1pPr indent="-304800" lvl="0" marL="457200">
              <a:lnSpc>
                <a:spcPct val="115000"/>
              </a:lnSpc>
              <a:spcBef>
                <a:spcPts val="0"/>
              </a:spcBef>
              <a:spcAft>
                <a:spcPts val="0"/>
              </a:spcAft>
              <a:buClr>
                <a:schemeClr val="accent2"/>
              </a:buClr>
              <a:buSzPts val="1200"/>
              <a:buFont typeface="Inter"/>
              <a:buChar char="●"/>
              <a:defRPr sz="1200">
                <a:solidFill>
                  <a:srgbClr val="1C1E23"/>
                </a:solidFill>
                <a:latin typeface="Inter"/>
                <a:ea typeface="Inter"/>
                <a:cs typeface="Inter"/>
                <a:sym typeface="Inter"/>
              </a:defRPr>
            </a:lvl1pPr>
            <a:lvl2pPr indent="-304800" lvl="1" marL="914400">
              <a:lnSpc>
                <a:spcPct val="115000"/>
              </a:lnSpc>
              <a:spcBef>
                <a:spcPts val="0"/>
              </a:spcBef>
              <a:spcAft>
                <a:spcPts val="0"/>
              </a:spcAft>
              <a:buClr>
                <a:schemeClr val="accent2"/>
              </a:buClr>
              <a:buSzPts val="1200"/>
              <a:buFont typeface="Inter"/>
              <a:buChar char="○"/>
              <a:defRPr sz="1200">
                <a:solidFill>
                  <a:srgbClr val="1C1E23"/>
                </a:solidFill>
                <a:latin typeface="Inter"/>
                <a:ea typeface="Inter"/>
                <a:cs typeface="Inter"/>
                <a:sym typeface="Inter"/>
              </a:defRPr>
            </a:lvl2pPr>
            <a:lvl3pPr indent="-304800" lvl="2" marL="1371600">
              <a:lnSpc>
                <a:spcPct val="115000"/>
              </a:lnSpc>
              <a:spcBef>
                <a:spcPts val="0"/>
              </a:spcBef>
              <a:spcAft>
                <a:spcPts val="0"/>
              </a:spcAft>
              <a:buClr>
                <a:schemeClr val="accent2"/>
              </a:buClr>
              <a:buSzPts val="1200"/>
              <a:buFont typeface="Inter"/>
              <a:buChar char="■"/>
              <a:defRPr sz="1200">
                <a:solidFill>
                  <a:srgbClr val="1C1E23"/>
                </a:solidFill>
                <a:latin typeface="Inter"/>
                <a:ea typeface="Inter"/>
                <a:cs typeface="Inter"/>
                <a:sym typeface="Inter"/>
              </a:defRPr>
            </a:lvl3pPr>
            <a:lvl4pPr indent="-304800" lvl="3" marL="1828800">
              <a:lnSpc>
                <a:spcPct val="115000"/>
              </a:lnSpc>
              <a:spcBef>
                <a:spcPts val="0"/>
              </a:spcBef>
              <a:spcAft>
                <a:spcPts val="0"/>
              </a:spcAft>
              <a:buClr>
                <a:schemeClr val="accent2"/>
              </a:buClr>
              <a:buSzPts val="1200"/>
              <a:buFont typeface="Inter"/>
              <a:buChar char="●"/>
              <a:defRPr sz="1200">
                <a:solidFill>
                  <a:srgbClr val="1C1E23"/>
                </a:solidFill>
                <a:latin typeface="Inter"/>
                <a:ea typeface="Inter"/>
                <a:cs typeface="Inter"/>
                <a:sym typeface="Inter"/>
              </a:defRPr>
            </a:lvl4pPr>
            <a:lvl5pPr indent="-304800" lvl="4" marL="2286000">
              <a:lnSpc>
                <a:spcPct val="115000"/>
              </a:lnSpc>
              <a:spcBef>
                <a:spcPts val="0"/>
              </a:spcBef>
              <a:spcAft>
                <a:spcPts val="0"/>
              </a:spcAft>
              <a:buClr>
                <a:schemeClr val="accent2"/>
              </a:buClr>
              <a:buSzPts val="1200"/>
              <a:buFont typeface="Inter"/>
              <a:buChar char="○"/>
              <a:defRPr sz="1200">
                <a:solidFill>
                  <a:srgbClr val="1C1E23"/>
                </a:solidFill>
                <a:latin typeface="Inter"/>
                <a:ea typeface="Inter"/>
                <a:cs typeface="Inter"/>
                <a:sym typeface="Inter"/>
              </a:defRPr>
            </a:lvl5pPr>
            <a:lvl6pPr indent="-304800" lvl="5" marL="2743200">
              <a:lnSpc>
                <a:spcPct val="115000"/>
              </a:lnSpc>
              <a:spcBef>
                <a:spcPts val="0"/>
              </a:spcBef>
              <a:spcAft>
                <a:spcPts val="0"/>
              </a:spcAft>
              <a:buClr>
                <a:schemeClr val="accent2"/>
              </a:buClr>
              <a:buSzPts val="1200"/>
              <a:buFont typeface="Inter"/>
              <a:buChar char="■"/>
              <a:defRPr sz="1200">
                <a:solidFill>
                  <a:srgbClr val="1C1E23"/>
                </a:solidFill>
                <a:latin typeface="Inter"/>
                <a:ea typeface="Inter"/>
                <a:cs typeface="Inter"/>
                <a:sym typeface="Inter"/>
              </a:defRPr>
            </a:lvl6pPr>
            <a:lvl7pPr indent="-304800" lvl="6" marL="3200400">
              <a:lnSpc>
                <a:spcPct val="115000"/>
              </a:lnSpc>
              <a:spcBef>
                <a:spcPts val="0"/>
              </a:spcBef>
              <a:spcAft>
                <a:spcPts val="0"/>
              </a:spcAft>
              <a:buClr>
                <a:schemeClr val="accent2"/>
              </a:buClr>
              <a:buSzPts val="1200"/>
              <a:buFont typeface="Inter"/>
              <a:buChar char="●"/>
              <a:defRPr sz="1200">
                <a:solidFill>
                  <a:srgbClr val="1C1E23"/>
                </a:solidFill>
                <a:latin typeface="Inter"/>
                <a:ea typeface="Inter"/>
                <a:cs typeface="Inter"/>
                <a:sym typeface="Inter"/>
              </a:defRPr>
            </a:lvl7pPr>
            <a:lvl8pPr indent="-304800" lvl="7" marL="3657600">
              <a:lnSpc>
                <a:spcPct val="115000"/>
              </a:lnSpc>
              <a:spcBef>
                <a:spcPts val="0"/>
              </a:spcBef>
              <a:spcAft>
                <a:spcPts val="0"/>
              </a:spcAft>
              <a:buClr>
                <a:schemeClr val="accent2"/>
              </a:buClr>
              <a:buSzPts val="1200"/>
              <a:buFont typeface="Inter"/>
              <a:buChar char="○"/>
              <a:defRPr sz="1200">
                <a:solidFill>
                  <a:srgbClr val="1C1E23"/>
                </a:solidFill>
                <a:latin typeface="Inter"/>
                <a:ea typeface="Inter"/>
                <a:cs typeface="Inter"/>
                <a:sym typeface="Inter"/>
              </a:defRPr>
            </a:lvl8pPr>
            <a:lvl9pPr indent="-304800" lvl="8" marL="4114800">
              <a:lnSpc>
                <a:spcPct val="115000"/>
              </a:lnSpc>
              <a:spcBef>
                <a:spcPts val="0"/>
              </a:spcBef>
              <a:spcAft>
                <a:spcPts val="0"/>
              </a:spcAft>
              <a:buClr>
                <a:schemeClr val="accent2"/>
              </a:buClr>
              <a:buSzPts val="1200"/>
              <a:buFont typeface="Inter"/>
              <a:buChar char="■"/>
              <a:defRPr sz="1200">
                <a:solidFill>
                  <a:srgbClr val="1C1E23"/>
                </a:solidFill>
                <a:latin typeface="Inter"/>
                <a:ea typeface="Inter"/>
                <a:cs typeface="Inter"/>
                <a:sym typeface="Inte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dy - center">
  <p:cSld name="BLANK_4_1">
    <p:spTree>
      <p:nvGrpSpPr>
        <p:cNvPr id="29" name="Shape 29"/>
        <p:cNvGrpSpPr/>
        <p:nvPr/>
      </p:nvGrpSpPr>
      <p:grpSpPr>
        <a:xfrm>
          <a:off x="0" y="0"/>
          <a:ext cx="0" cy="0"/>
          <a:chOff x="0" y="0"/>
          <a:chExt cx="0" cy="0"/>
        </a:xfrm>
      </p:grpSpPr>
      <p:pic>
        <p:nvPicPr>
          <p:cNvPr id="30" name="Google Shape;30;p7"/>
          <p:cNvPicPr preferRelativeResize="0"/>
          <p:nvPr/>
        </p:nvPicPr>
        <p:blipFill>
          <a:blip r:embed="rId2">
            <a:alphaModFix/>
          </a:blip>
          <a:stretch>
            <a:fillRect/>
          </a:stretch>
        </p:blipFill>
        <p:spPr>
          <a:xfrm>
            <a:off x="8435923" y="4863300"/>
            <a:ext cx="555976" cy="191125"/>
          </a:xfrm>
          <a:prstGeom prst="rect">
            <a:avLst/>
          </a:prstGeom>
          <a:noFill/>
          <a:ln>
            <a:noFill/>
          </a:ln>
        </p:spPr>
      </p:pic>
      <p:sp>
        <p:nvSpPr>
          <p:cNvPr id="31" name="Google Shape;31;p7"/>
          <p:cNvSpPr txBox="1"/>
          <p:nvPr>
            <p:ph type="title"/>
          </p:nvPr>
        </p:nvSpPr>
        <p:spPr>
          <a:xfrm>
            <a:off x="1054350" y="357875"/>
            <a:ext cx="7035300" cy="472800"/>
          </a:xfrm>
          <a:prstGeom prst="rect">
            <a:avLst/>
          </a:prstGeom>
        </p:spPr>
        <p:txBody>
          <a:bodyPr anchorCtr="0" anchor="t" bIns="91425" lIns="0" spcFirstLastPara="1" rIns="91425" wrap="square" tIns="91425">
            <a:noAutofit/>
          </a:bodyPr>
          <a:lstStyle>
            <a:lvl1pPr lvl="0" algn="ctr">
              <a:spcBef>
                <a:spcPts val="0"/>
              </a:spcBef>
              <a:spcAft>
                <a:spcPts val="0"/>
              </a:spcAft>
              <a:buSzPts val="2200"/>
              <a:buFont typeface="Inter"/>
              <a:buNone/>
              <a:defRPr b="1" sz="2200">
                <a:latin typeface="Inter"/>
                <a:ea typeface="Inter"/>
                <a:cs typeface="Inter"/>
                <a:sym typeface="Inter"/>
              </a:defRPr>
            </a:lvl1pPr>
            <a:lvl2pPr lvl="1" algn="ctr">
              <a:spcBef>
                <a:spcPts val="0"/>
              </a:spcBef>
              <a:spcAft>
                <a:spcPts val="0"/>
              </a:spcAft>
              <a:buSzPts val="2200"/>
              <a:buFont typeface="Inter"/>
              <a:buNone/>
              <a:defRPr b="1" sz="2200">
                <a:latin typeface="Inter"/>
                <a:ea typeface="Inter"/>
                <a:cs typeface="Inter"/>
                <a:sym typeface="Inter"/>
              </a:defRPr>
            </a:lvl2pPr>
            <a:lvl3pPr lvl="2" algn="ctr">
              <a:spcBef>
                <a:spcPts val="0"/>
              </a:spcBef>
              <a:spcAft>
                <a:spcPts val="0"/>
              </a:spcAft>
              <a:buSzPts val="2200"/>
              <a:buFont typeface="Inter"/>
              <a:buNone/>
              <a:defRPr b="1" sz="2200">
                <a:latin typeface="Inter"/>
                <a:ea typeface="Inter"/>
                <a:cs typeface="Inter"/>
                <a:sym typeface="Inter"/>
              </a:defRPr>
            </a:lvl3pPr>
            <a:lvl4pPr lvl="3" algn="ctr">
              <a:spcBef>
                <a:spcPts val="0"/>
              </a:spcBef>
              <a:spcAft>
                <a:spcPts val="0"/>
              </a:spcAft>
              <a:buSzPts val="2200"/>
              <a:buFont typeface="Inter"/>
              <a:buNone/>
              <a:defRPr b="1" sz="2200">
                <a:latin typeface="Inter"/>
                <a:ea typeface="Inter"/>
                <a:cs typeface="Inter"/>
                <a:sym typeface="Inter"/>
              </a:defRPr>
            </a:lvl4pPr>
            <a:lvl5pPr lvl="4" algn="ctr">
              <a:spcBef>
                <a:spcPts val="0"/>
              </a:spcBef>
              <a:spcAft>
                <a:spcPts val="0"/>
              </a:spcAft>
              <a:buSzPts val="2200"/>
              <a:buFont typeface="Inter"/>
              <a:buNone/>
              <a:defRPr b="1" sz="2200">
                <a:latin typeface="Inter"/>
                <a:ea typeface="Inter"/>
                <a:cs typeface="Inter"/>
                <a:sym typeface="Inter"/>
              </a:defRPr>
            </a:lvl5pPr>
            <a:lvl6pPr lvl="5" algn="ctr">
              <a:spcBef>
                <a:spcPts val="0"/>
              </a:spcBef>
              <a:spcAft>
                <a:spcPts val="0"/>
              </a:spcAft>
              <a:buSzPts val="2200"/>
              <a:buFont typeface="Inter"/>
              <a:buNone/>
              <a:defRPr b="1" sz="2200">
                <a:latin typeface="Inter"/>
                <a:ea typeface="Inter"/>
                <a:cs typeface="Inter"/>
                <a:sym typeface="Inter"/>
              </a:defRPr>
            </a:lvl6pPr>
            <a:lvl7pPr lvl="6" algn="ctr">
              <a:spcBef>
                <a:spcPts val="0"/>
              </a:spcBef>
              <a:spcAft>
                <a:spcPts val="0"/>
              </a:spcAft>
              <a:buSzPts val="2200"/>
              <a:buFont typeface="Inter"/>
              <a:buNone/>
              <a:defRPr b="1" sz="2200">
                <a:latin typeface="Inter"/>
                <a:ea typeface="Inter"/>
                <a:cs typeface="Inter"/>
                <a:sym typeface="Inter"/>
              </a:defRPr>
            </a:lvl7pPr>
            <a:lvl8pPr lvl="7" algn="ctr">
              <a:spcBef>
                <a:spcPts val="0"/>
              </a:spcBef>
              <a:spcAft>
                <a:spcPts val="0"/>
              </a:spcAft>
              <a:buSzPts val="2200"/>
              <a:buFont typeface="Inter"/>
              <a:buNone/>
              <a:defRPr b="1" sz="2200">
                <a:latin typeface="Inter"/>
                <a:ea typeface="Inter"/>
                <a:cs typeface="Inter"/>
                <a:sym typeface="Inter"/>
              </a:defRPr>
            </a:lvl8pPr>
            <a:lvl9pPr lvl="8" algn="ctr">
              <a:spcBef>
                <a:spcPts val="0"/>
              </a:spcBef>
              <a:spcAft>
                <a:spcPts val="0"/>
              </a:spcAft>
              <a:buSzPts val="2200"/>
              <a:buFont typeface="Inter"/>
              <a:buNone/>
              <a:defRPr b="1" sz="2200">
                <a:latin typeface="Inter"/>
                <a:ea typeface="Inter"/>
                <a:cs typeface="Inter"/>
                <a:sym typeface="Inter"/>
              </a:defRPr>
            </a:lvl9pPr>
          </a:lstStyle>
          <a:p/>
        </p:txBody>
      </p:sp>
      <p:sp>
        <p:nvSpPr>
          <p:cNvPr id="32" name="Google Shape;32;p7"/>
          <p:cNvSpPr txBox="1"/>
          <p:nvPr>
            <p:ph idx="1" type="subTitle"/>
          </p:nvPr>
        </p:nvSpPr>
        <p:spPr>
          <a:xfrm>
            <a:off x="1054350" y="766550"/>
            <a:ext cx="7035300" cy="524700"/>
          </a:xfrm>
          <a:prstGeom prst="rect">
            <a:avLst/>
          </a:prstGeom>
        </p:spPr>
        <p:txBody>
          <a:bodyPr anchorCtr="0" anchor="t" bIns="91425" lIns="0" spcFirstLastPara="1" rIns="91425" wrap="square" tIns="91425">
            <a:noAutofit/>
          </a:bodyPr>
          <a:lstStyle>
            <a:lvl1pPr lvl="0" algn="ctr">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1pPr>
            <a:lvl2pPr lvl="1" algn="ctr">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ctr">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ctr">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ctr">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ctr">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ctr">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ctr">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ctr">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cons">
  <p:cSld name="BLANK_3">
    <p:spTree>
      <p:nvGrpSpPr>
        <p:cNvPr id="33" name="Shape 33"/>
        <p:cNvGrpSpPr/>
        <p:nvPr/>
      </p:nvGrpSpPr>
      <p:grpSpPr>
        <a:xfrm>
          <a:off x="0" y="0"/>
          <a:ext cx="0" cy="0"/>
          <a:chOff x="0" y="0"/>
          <a:chExt cx="0" cy="0"/>
        </a:xfrm>
      </p:grpSpPr>
      <p:pic>
        <p:nvPicPr>
          <p:cNvPr id="34" name="Google Shape;34;p8"/>
          <p:cNvPicPr preferRelativeResize="0"/>
          <p:nvPr/>
        </p:nvPicPr>
        <p:blipFill>
          <a:blip r:embed="rId2">
            <a:alphaModFix/>
          </a:blip>
          <a:stretch>
            <a:fillRect/>
          </a:stretch>
        </p:blipFill>
        <p:spPr>
          <a:xfrm>
            <a:off x="8435923" y="4863300"/>
            <a:ext cx="555976" cy="191125"/>
          </a:xfrm>
          <a:prstGeom prst="rect">
            <a:avLst/>
          </a:prstGeom>
          <a:noFill/>
          <a:ln>
            <a:noFill/>
          </a:ln>
        </p:spPr>
      </p:pic>
      <p:sp>
        <p:nvSpPr>
          <p:cNvPr id="35" name="Google Shape;35;p8"/>
          <p:cNvSpPr/>
          <p:nvPr/>
        </p:nvSpPr>
        <p:spPr>
          <a:xfrm>
            <a:off x="-11200" y="-11200"/>
            <a:ext cx="3137700" cy="51546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 name="Google Shape;36;p8"/>
          <p:cNvSpPr txBox="1"/>
          <p:nvPr>
            <p:ph type="title"/>
          </p:nvPr>
        </p:nvSpPr>
        <p:spPr>
          <a:xfrm>
            <a:off x="466075" y="357175"/>
            <a:ext cx="2463600" cy="472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2200"/>
              <a:buFont typeface="Inter"/>
              <a:buNone/>
              <a:defRPr b="1" sz="2200">
                <a:solidFill>
                  <a:schemeClr val="lt1"/>
                </a:solidFill>
                <a:latin typeface="Inter"/>
                <a:ea typeface="Inter"/>
                <a:cs typeface="Inter"/>
                <a:sym typeface="Inter"/>
              </a:defRPr>
            </a:lvl1pPr>
            <a:lvl2pPr lvl="1">
              <a:spcBef>
                <a:spcPts val="0"/>
              </a:spcBef>
              <a:spcAft>
                <a:spcPts val="0"/>
              </a:spcAft>
              <a:buClr>
                <a:schemeClr val="lt1"/>
              </a:buClr>
              <a:buSzPts val="2200"/>
              <a:buFont typeface="Inter"/>
              <a:buNone/>
              <a:defRPr b="1" sz="2200">
                <a:solidFill>
                  <a:schemeClr val="lt1"/>
                </a:solidFill>
                <a:latin typeface="Inter"/>
                <a:ea typeface="Inter"/>
                <a:cs typeface="Inter"/>
                <a:sym typeface="Inter"/>
              </a:defRPr>
            </a:lvl2pPr>
            <a:lvl3pPr lvl="2">
              <a:spcBef>
                <a:spcPts val="0"/>
              </a:spcBef>
              <a:spcAft>
                <a:spcPts val="0"/>
              </a:spcAft>
              <a:buClr>
                <a:schemeClr val="lt1"/>
              </a:buClr>
              <a:buSzPts val="2200"/>
              <a:buFont typeface="Inter"/>
              <a:buNone/>
              <a:defRPr b="1" sz="2200">
                <a:solidFill>
                  <a:schemeClr val="lt1"/>
                </a:solidFill>
                <a:latin typeface="Inter"/>
                <a:ea typeface="Inter"/>
                <a:cs typeface="Inter"/>
                <a:sym typeface="Inter"/>
              </a:defRPr>
            </a:lvl3pPr>
            <a:lvl4pPr lvl="3">
              <a:spcBef>
                <a:spcPts val="0"/>
              </a:spcBef>
              <a:spcAft>
                <a:spcPts val="0"/>
              </a:spcAft>
              <a:buClr>
                <a:schemeClr val="lt1"/>
              </a:buClr>
              <a:buSzPts val="2200"/>
              <a:buFont typeface="Inter"/>
              <a:buNone/>
              <a:defRPr b="1" sz="2200">
                <a:solidFill>
                  <a:schemeClr val="lt1"/>
                </a:solidFill>
                <a:latin typeface="Inter"/>
                <a:ea typeface="Inter"/>
                <a:cs typeface="Inter"/>
                <a:sym typeface="Inter"/>
              </a:defRPr>
            </a:lvl4pPr>
            <a:lvl5pPr lvl="4">
              <a:spcBef>
                <a:spcPts val="0"/>
              </a:spcBef>
              <a:spcAft>
                <a:spcPts val="0"/>
              </a:spcAft>
              <a:buClr>
                <a:schemeClr val="lt1"/>
              </a:buClr>
              <a:buSzPts val="2200"/>
              <a:buFont typeface="Inter"/>
              <a:buNone/>
              <a:defRPr b="1" sz="2200">
                <a:solidFill>
                  <a:schemeClr val="lt1"/>
                </a:solidFill>
                <a:latin typeface="Inter"/>
                <a:ea typeface="Inter"/>
                <a:cs typeface="Inter"/>
                <a:sym typeface="Inter"/>
              </a:defRPr>
            </a:lvl5pPr>
            <a:lvl6pPr lvl="5">
              <a:spcBef>
                <a:spcPts val="0"/>
              </a:spcBef>
              <a:spcAft>
                <a:spcPts val="0"/>
              </a:spcAft>
              <a:buClr>
                <a:schemeClr val="lt1"/>
              </a:buClr>
              <a:buSzPts val="2200"/>
              <a:buFont typeface="Inter"/>
              <a:buNone/>
              <a:defRPr b="1" sz="2200">
                <a:solidFill>
                  <a:schemeClr val="lt1"/>
                </a:solidFill>
                <a:latin typeface="Inter"/>
                <a:ea typeface="Inter"/>
                <a:cs typeface="Inter"/>
                <a:sym typeface="Inter"/>
              </a:defRPr>
            </a:lvl6pPr>
            <a:lvl7pPr lvl="6">
              <a:spcBef>
                <a:spcPts val="0"/>
              </a:spcBef>
              <a:spcAft>
                <a:spcPts val="0"/>
              </a:spcAft>
              <a:buClr>
                <a:schemeClr val="lt1"/>
              </a:buClr>
              <a:buSzPts val="2200"/>
              <a:buFont typeface="Inter"/>
              <a:buNone/>
              <a:defRPr b="1" sz="2200">
                <a:solidFill>
                  <a:schemeClr val="lt1"/>
                </a:solidFill>
                <a:latin typeface="Inter"/>
                <a:ea typeface="Inter"/>
                <a:cs typeface="Inter"/>
                <a:sym typeface="Inter"/>
              </a:defRPr>
            </a:lvl7pPr>
            <a:lvl8pPr lvl="7">
              <a:spcBef>
                <a:spcPts val="0"/>
              </a:spcBef>
              <a:spcAft>
                <a:spcPts val="0"/>
              </a:spcAft>
              <a:buClr>
                <a:schemeClr val="lt1"/>
              </a:buClr>
              <a:buSzPts val="2200"/>
              <a:buFont typeface="Inter"/>
              <a:buNone/>
              <a:defRPr b="1" sz="2200">
                <a:solidFill>
                  <a:schemeClr val="lt1"/>
                </a:solidFill>
                <a:latin typeface="Inter"/>
                <a:ea typeface="Inter"/>
                <a:cs typeface="Inter"/>
                <a:sym typeface="Inter"/>
              </a:defRPr>
            </a:lvl8pPr>
            <a:lvl9pPr lvl="8">
              <a:spcBef>
                <a:spcPts val="0"/>
              </a:spcBef>
              <a:spcAft>
                <a:spcPts val="0"/>
              </a:spcAft>
              <a:buClr>
                <a:schemeClr val="lt1"/>
              </a:buClr>
              <a:buSzPts val="2200"/>
              <a:buFont typeface="Inter"/>
              <a:buNone/>
              <a:defRPr b="1" sz="2200">
                <a:solidFill>
                  <a:schemeClr val="lt1"/>
                </a:solidFill>
                <a:latin typeface="Inter"/>
                <a:ea typeface="Inter"/>
                <a:cs typeface="Inter"/>
                <a:sym typeface="Inter"/>
              </a:defRPr>
            </a:lvl9pPr>
          </a:lstStyle>
          <a:p/>
        </p:txBody>
      </p:sp>
      <p:sp>
        <p:nvSpPr>
          <p:cNvPr id="37" name="Google Shape;37;p8"/>
          <p:cNvSpPr txBox="1"/>
          <p:nvPr>
            <p:ph idx="1" type="subTitle"/>
          </p:nvPr>
        </p:nvSpPr>
        <p:spPr>
          <a:xfrm>
            <a:off x="494575" y="1245550"/>
            <a:ext cx="2435100" cy="30681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400"/>
              <a:buFont typeface="Inter"/>
              <a:buNone/>
              <a:defRPr sz="1400">
                <a:solidFill>
                  <a:schemeClr val="lt1"/>
                </a:solidFill>
                <a:latin typeface="Inter"/>
                <a:ea typeface="Inter"/>
                <a:cs typeface="Inter"/>
                <a:sym typeface="Inte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8"/>
          <p:cNvSpPr txBox="1"/>
          <p:nvPr>
            <p:ph idx="2" type="subTitle"/>
          </p:nvPr>
        </p:nvSpPr>
        <p:spPr>
          <a:xfrm>
            <a:off x="4725875" y="618175"/>
            <a:ext cx="3059100" cy="601500"/>
          </a:xfrm>
          <a:prstGeom prst="rect">
            <a:avLst/>
          </a:prstGeom>
        </p:spPr>
        <p:txBody>
          <a:bodyPr anchorCtr="0" anchor="ctr" bIns="91425" lIns="0" spcFirstLastPara="1" rIns="91425" wrap="square" tIns="91425">
            <a:noAutofit/>
          </a:bodyPr>
          <a:lstStyle>
            <a:lvl1pPr lvl="0">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39" name="Google Shape;39;p8"/>
          <p:cNvSpPr txBox="1"/>
          <p:nvPr>
            <p:ph idx="3" type="subTitle"/>
          </p:nvPr>
        </p:nvSpPr>
        <p:spPr>
          <a:xfrm>
            <a:off x="4725875" y="1720050"/>
            <a:ext cx="3059100" cy="601500"/>
          </a:xfrm>
          <a:prstGeom prst="rect">
            <a:avLst/>
          </a:prstGeom>
        </p:spPr>
        <p:txBody>
          <a:bodyPr anchorCtr="0" anchor="ctr" bIns="91425" lIns="0" spcFirstLastPara="1" rIns="91425" wrap="square" tIns="91425">
            <a:noAutofit/>
          </a:bodyPr>
          <a:lstStyle>
            <a:lvl1pPr lvl="0" rtl="0">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1pPr>
            <a:lvl2pPr lvl="1" rtl="0">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rtl="0">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rtl="0">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rtl="0">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rtl="0">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rtl="0">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rtl="0">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rtl="0">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40" name="Google Shape;40;p8"/>
          <p:cNvSpPr txBox="1"/>
          <p:nvPr>
            <p:ph idx="4" type="subTitle"/>
          </p:nvPr>
        </p:nvSpPr>
        <p:spPr>
          <a:xfrm>
            <a:off x="4725875" y="2821925"/>
            <a:ext cx="3059100" cy="601500"/>
          </a:xfrm>
          <a:prstGeom prst="rect">
            <a:avLst/>
          </a:prstGeom>
        </p:spPr>
        <p:txBody>
          <a:bodyPr anchorCtr="0" anchor="ctr" bIns="91425" lIns="0" spcFirstLastPara="1" rIns="91425" wrap="square" tIns="91425">
            <a:noAutofit/>
          </a:bodyPr>
          <a:lstStyle>
            <a:lvl1pPr lvl="0" rtl="0">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1pPr>
            <a:lvl2pPr lvl="1" rtl="0">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rtl="0">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rtl="0">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rtl="0">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rtl="0">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rtl="0">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rtl="0">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rtl="0">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41" name="Google Shape;41;p8"/>
          <p:cNvSpPr txBox="1"/>
          <p:nvPr>
            <p:ph idx="5" type="subTitle"/>
          </p:nvPr>
        </p:nvSpPr>
        <p:spPr>
          <a:xfrm>
            <a:off x="4725875" y="3923800"/>
            <a:ext cx="3059100" cy="601500"/>
          </a:xfrm>
          <a:prstGeom prst="rect">
            <a:avLst/>
          </a:prstGeom>
        </p:spPr>
        <p:txBody>
          <a:bodyPr anchorCtr="0" anchor="ctr" bIns="91425" lIns="0" spcFirstLastPara="1" rIns="91425" wrap="square" tIns="91425">
            <a:noAutofit/>
          </a:bodyPr>
          <a:lstStyle>
            <a:lvl1pPr lvl="0" rtl="0">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1pPr>
            <a:lvl2pPr lvl="1" rtl="0">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rtl="0">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rtl="0">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rtl="0">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rtl="0">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rtl="0">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rtl="0">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rtl="0">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ramed text - photo background">
  <p:cSld name="CUSTOM_4_1_1">
    <p:spTree>
      <p:nvGrpSpPr>
        <p:cNvPr id="42" name="Shape 42"/>
        <p:cNvGrpSpPr/>
        <p:nvPr/>
      </p:nvGrpSpPr>
      <p:grpSpPr>
        <a:xfrm>
          <a:off x="0" y="0"/>
          <a:ext cx="0" cy="0"/>
          <a:chOff x="0" y="0"/>
          <a:chExt cx="0" cy="0"/>
        </a:xfrm>
      </p:grpSpPr>
      <p:pic>
        <p:nvPicPr>
          <p:cNvPr id="43" name="Google Shape;43;p9"/>
          <p:cNvPicPr preferRelativeResize="0"/>
          <p:nvPr/>
        </p:nvPicPr>
        <p:blipFill>
          <a:blip r:embed="rId2">
            <a:alphaModFix/>
          </a:blip>
          <a:stretch>
            <a:fillRect/>
          </a:stretch>
        </p:blipFill>
        <p:spPr>
          <a:xfrm>
            <a:off x="8435923" y="4863300"/>
            <a:ext cx="555976" cy="191125"/>
          </a:xfrm>
          <a:prstGeom prst="rect">
            <a:avLst/>
          </a:prstGeom>
          <a:noFill/>
          <a:ln>
            <a:noFill/>
          </a:ln>
        </p:spPr>
      </p:pic>
      <p:sp>
        <p:nvSpPr>
          <p:cNvPr id="44" name="Google Shape;44;p9"/>
          <p:cNvSpPr/>
          <p:nvPr/>
        </p:nvSpPr>
        <p:spPr>
          <a:xfrm>
            <a:off x="404125" y="554550"/>
            <a:ext cx="3905400" cy="4034400"/>
          </a:xfrm>
          <a:prstGeom prst="roundRect">
            <a:avLst>
              <a:gd fmla="val 7317" name="adj"/>
            </a:avLst>
          </a:prstGeom>
          <a:solidFill>
            <a:schemeClr val="lt1"/>
          </a:solidFill>
          <a:ln cap="flat" cmpd="sng" w="9525">
            <a:solidFill>
              <a:srgbClr val="101C3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 name="Google Shape;45;p9"/>
          <p:cNvSpPr txBox="1"/>
          <p:nvPr>
            <p:ph type="title"/>
          </p:nvPr>
        </p:nvSpPr>
        <p:spPr>
          <a:xfrm>
            <a:off x="693775" y="898050"/>
            <a:ext cx="3326100" cy="472800"/>
          </a:xfrm>
          <a:prstGeom prst="rect">
            <a:avLst/>
          </a:prstGeom>
        </p:spPr>
        <p:txBody>
          <a:bodyPr anchorCtr="0" anchor="t" bIns="91425" lIns="0" spcFirstLastPara="1" rIns="91425" wrap="square" tIns="91425">
            <a:noAutofit/>
          </a:bodyPr>
          <a:lstStyle>
            <a:lvl1pPr lvl="0">
              <a:spcBef>
                <a:spcPts val="0"/>
              </a:spcBef>
              <a:spcAft>
                <a:spcPts val="0"/>
              </a:spcAft>
              <a:buSzPts val="1800"/>
              <a:buFont typeface="Inter"/>
              <a:buNone/>
              <a:defRPr b="1" sz="1800">
                <a:latin typeface="Inter"/>
                <a:ea typeface="Inter"/>
                <a:cs typeface="Inter"/>
                <a:sym typeface="Inter"/>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6" name="Google Shape;46;p9"/>
          <p:cNvSpPr txBox="1"/>
          <p:nvPr>
            <p:ph idx="1" type="subTitle"/>
          </p:nvPr>
        </p:nvSpPr>
        <p:spPr>
          <a:xfrm>
            <a:off x="693775" y="1370850"/>
            <a:ext cx="3326100" cy="2997600"/>
          </a:xfrm>
          <a:prstGeom prst="rect">
            <a:avLst/>
          </a:prstGeom>
        </p:spPr>
        <p:txBody>
          <a:bodyPr anchorCtr="0" anchor="t" bIns="91425" lIns="0" spcFirstLastPara="1" rIns="91425" wrap="square" tIns="91425">
            <a:noAutofit/>
          </a:bodyPr>
          <a:lstStyle>
            <a:lvl1pPr lvl="0">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BLANK_1">
    <p:spTree>
      <p:nvGrpSpPr>
        <p:cNvPr id="47" name="Shape 47"/>
        <p:cNvGrpSpPr/>
        <p:nvPr/>
      </p:nvGrpSpPr>
      <p:grpSpPr>
        <a:xfrm>
          <a:off x="0" y="0"/>
          <a:ext cx="0" cy="0"/>
          <a:chOff x="0" y="0"/>
          <a:chExt cx="0" cy="0"/>
        </a:xfrm>
      </p:grpSpPr>
      <p:pic>
        <p:nvPicPr>
          <p:cNvPr id="48" name="Google Shape;48;p10"/>
          <p:cNvPicPr preferRelativeResize="0"/>
          <p:nvPr/>
        </p:nvPicPr>
        <p:blipFill>
          <a:blip r:embed="rId2">
            <a:alphaModFix/>
          </a:blip>
          <a:stretch>
            <a:fillRect/>
          </a:stretch>
        </p:blipFill>
        <p:spPr>
          <a:xfrm>
            <a:off x="8435923" y="4863300"/>
            <a:ext cx="555976" cy="191125"/>
          </a:xfrm>
          <a:prstGeom prst="rect">
            <a:avLst/>
          </a:prstGeom>
          <a:noFill/>
          <a:ln>
            <a:noFill/>
          </a:ln>
        </p:spPr>
      </p:pic>
      <p:sp>
        <p:nvSpPr>
          <p:cNvPr id="49" name="Google Shape;49;p10"/>
          <p:cNvSpPr txBox="1"/>
          <p:nvPr>
            <p:ph type="title"/>
          </p:nvPr>
        </p:nvSpPr>
        <p:spPr>
          <a:xfrm>
            <a:off x="466075" y="357875"/>
            <a:ext cx="7035300" cy="472800"/>
          </a:xfrm>
          <a:prstGeom prst="rect">
            <a:avLst/>
          </a:prstGeom>
        </p:spPr>
        <p:txBody>
          <a:bodyPr anchorCtr="0" anchor="t" bIns="91425" lIns="0" spcFirstLastPara="1" rIns="91425" wrap="square" tIns="91425">
            <a:noAutofit/>
          </a:bodyPr>
          <a:lstStyle>
            <a:lvl1pPr lvl="0">
              <a:spcBef>
                <a:spcPts val="0"/>
              </a:spcBef>
              <a:spcAft>
                <a:spcPts val="0"/>
              </a:spcAft>
              <a:buSzPts val="2200"/>
              <a:buFont typeface="Inter"/>
              <a:buNone/>
              <a:defRPr b="1" sz="2200">
                <a:latin typeface="Inter"/>
                <a:ea typeface="Inter"/>
                <a:cs typeface="Inter"/>
                <a:sym typeface="Inter"/>
              </a:defRPr>
            </a:lvl1pPr>
            <a:lvl2pPr lvl="1">
              <a:spcBef>
                <a:spcPts val="0"/>
              </a:spcBef>
              <a:spcAft>
                <a:spcPts val="0"/>
              </a:spcAft>
              <a:buSzPts val="2200"/>
              <a:buFont typeface="Inter"/>
              <a:buNone/>
              <a:defRPr b="1" sz="2200">
                <a:latin typeface="Inter"/>
                <a:ea typeface="Inter"/>
                <a:cs typeface="Inter"/>
                <a:sym typeface="Inter"/>
              </a:defRPr>
            </a:lvl2pPr>
            <a:lvl3pPr lvl="2">
              <a:spcBef>
                <a:spcPts val="0"/>
              </a:spcBef>
              <a:spcAft>
                <a:spcPts val="0"/>
              </a:spcAft>
              <a:buSzPts val="2200"/>
              <a:buFont typeface="Inter"/>
              <a:buNone/>
              <a:defRPr b="1" sz="2200">
                <a:latin typeface="Inter"/>
                <a:ea typeface="Inter"/>
                <a:cs typeface="Inter"/>
                <a:sym typeface="Inter"/>
              </a:defRPr>
            </a:lvl3pPr>
            <a:lvl4pPr lvl="3">
              <a:spcBef>
                <a:spcPts val="0"/>
              </a:spcBef>
              <a:spcAft>
                <a:spcPts val="0"/>
              </a:spcAft>
              <a:buSzPts val="2200"/>
              <a:buFont typeface="Inter"/>
              <a:buNone/>
              <a:defRPr b="1" sz="2200">
                <a:latin typeface="Inter"/>
                <a:ea typeface="Inter"/>
                <a:cs typeface="Inter"/>
                <a:sym typeface="Inter"/>
              </a:defRPr>
            </a:lvl4pPr>
            <a:lvl5pPr lvl="4">
              <a:spcBef>
                <a:spcPts val="0"/>
              </a:spcBef>
              <a:spcAft>
                <a:spcPts val="0"/>
              </a:spcAft>
              <a:buSzPts val="2200"/>
              <a:buFont typeface="Inter"/>
              <a:buNone/>
              <a:defRPr b="1" sz="2200">
                <a:latin typeface="Inter"/>
                <a:ea typeface="Inter"/>
                <a:cs typeface="Inter"/>
                <a:sym typeface="Inter"/>
              </a:defRPr>
            </a:lvl5pPr>
            <a:lvl6pPr lvl="5">
              <a:spcBef>
                <a:spcPts val="0"/>
              </a:spcBef>
              <a:spcAft>
                <a:spcPts val="0"/>
              </a:spcAft>
              <a:buSzPts val="2200"/>
              <a:buFont typeface="Inter"/>
              <a:buNone/>
              <a:defRPr b="1" sz="2200">
                <a:latin typeface="Inter"/>
                <a:ea typeface="Inter"/>
                <a:cs typeface="Inter"/>
                <a:sym typeface="Inter"/>
              </a:defRPr>
            </a:lvl6pPr>
            <a:lvl7pPr lvl="6">
              <a:spcBef>
                <a:spcPts val="0"/>
              </a:spcBef>
              <a:spcAft>
                <a:spcPts val="0"/>
              </a:spcAft>
              <a:buSzPts val="2200"/>
              <a:buFont typeface="Inter"/>
              <a:buNone/>
              <a:defRPr b="1" sz="2200">
                <a:latin typeface="Inter"/>
                <a:ea typeface="Inter"/>
                <a:cs typeface="Inter"/>
                <a:sym typeface="Inter"/>
              </a:defRPr>
            </a:lvl7pPr>
            <a:lvl8pPr lvl="7">
              <a:spcBef>
                <a:spcPts val="0"/>
              </a:spcBef>
              <a:spcAft>
                <a:spcPts val="0"/>
              </a:spcAft>
              <a:buSzPts val="2200"/>
              <a:buFont typeface="Inter"/>
              <a:buNone/>
              <a:defRPr b="1" sz="2200">
                <a:latin typeface="Inter"/>
                <a:ea typeface="Inter"/>
                <a:cs typeface="Inter"/>
                <a:sym typeface="Inter"/>
              </a:defRPr>
            </a:lvl8pPr>
            <a:lvl9pPr lvl="8">
              <a:spcBef>
                <a:spcPts val="0"/>
              </a:spcBef>
              <a:spcAft>
                <a:spcPts val="0"/>
              </a:spcAft>
              <a:buSzPts val="2200"/>
              <a:buFont typeface="Inter"/>
              <a:buNone/>
              <a:defRPr b="1" sz="2200">
                <a:latin typeface="Inter"/>
                <a:ea typeface="Inter"/>
                <a:cs typeface="Inter"/>
                <a:sym typeface="Inter"/>
              </a:defRPr>
            </a:lvl9pPr>
          </a:lstStyle>
          <a:p/>
        </p:txBody>
      </p:sp>
    </p:spTree>
  </p:cSld>
  <p:clrMapOvr>
    <a:masterClrMapping/>
  </p:clrMapOvr>
  <p:extLst>
    <p:ext uri="{DCECCB84-F9BA-43D5-87BE-67443E8EF086}">
      <p15:sldGuideLst>
        <p15:guide id="1" orient="horz" pos="504">
          <p15:clr>
            <a:srgbClr val="E46962"/>
          </p15:clr>
        </p15:guide>
        <p15:guide id="2" pos="294">
          <p15:clr>
            <a:srgbClr val="E46962"/>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Modules">
  <p:cSld name="BLANK_1_1">
    <p:spTree>
      <p:nvGrpSpPr>
        <p:cNvPr id="50" name="Shape 50"/>
        <p:cNvGrpSpPr/>
        <p:nvPr/>
      </p:nvGrpSpPr>
      <p:grpSpPr>
        <a:xfrm>
          <a:off x="0" y="0"/>
          <a:ext cx="0" cy="0"/>
          <a:chOff x="0" y="0"/>
          <a:chExt cx="0" cy="0"/>
        </a:xfrm>
      </p:grpSpPr>
      <p:pic>
        <p:nvPicPr>
          <p:cNvPr id="51" name="Google Shape;51;p11"/>
          <p:cNvPicPr preferRelativeResize="0"/>
          <p:nvPr/>
        </p:nvPicPr>
        <p:blipFill>
          <a:blip r:embed="rId2">
            <a:alphaModFix/>
          </a:blip>
          <a:stretch>
            <a:fillRect/>
          </a:stretch>
        </p:blipFill>
        <p:spPr>
          <a:xfrm>
            <a:off x="8435923" y="4863300"/>
            <a:ext cx="555976" cy="191125"/>
          </a:xfrm>
          <a:prstGeom prst="rect">
            <a:avLst/>
          </a:prstGeom>
          <a:noFill/>
          <a:ln>
            <a:noFill/>
          </a:ln>
        </p:spPr>
      </p:pic>
      <p:sp>
        <p:nvSpPr>
          <p:cNvPr id="52" name="Google Shape;52;p11"/>
          <p:cNvSpPr txBox="1"/>
          <p:nvPr>
            <p:ph type="title"/>
          </p:nvPr>
        </p:nvSpPr>
        <p:spPr>
          <a:xfrm>
            <a:off x="457925" y="1905700"/>
            <a:ext cx="4341300" cy="472800"/>
          </a:xfrm>
          <a:prstGeom prst="rect">
            <a:avLst/>
          </a:prstGeom>
        </p:spPr>
        <p:txBody>
          <a:bodyPr anchorCtr="0" anchor="t" bIns="91425" lIns="0" spcFirstLastPara="1" rIns="91425" wrap="square" tIns="91425">
            <a:noAutofit/>
          </a:bodyPr>
          <a:lstStyle>
            <a:lvl1pPr lvl="0">
              <a:spcBef>
                <a:spcPts val="0"/>
              </a:spcBef>
              <a:spcAft>
                <a:spcPts val="0"/>
              </a:spcAft>
              <a:buSzPts val="2200"/>
              <a:buFont typeface="Inter"/>
              <a:buNone/>
              <a:defRPr b="1" sz="2200">
                <a:latin typeface="Inter"/>
                <a:ea typeface="Inter"/>
                <a:cs typeface="Inter"/>
                <a:sym typeface="Inter"/>
              </a:defRPr>
            </a:lvl1pPr>
            <a:lvl2pPr lvl="1">
              <a:spcBef>
                <a:spcPts val="0"/>
              </a:spcBef>
              <a:spcAft>
                <a:spcPts val="0"/>
              </a:spcAft>
              <a:buSzPts val="2200"/>
              <a:buFont typeface="Inter"/>
              <a:buNone/>
              <a:defRPr b="1" sz="2200">
                <a:latin typeface="Inter"/>
                <a:ea typeface="Inter"/>
                <a:cs typeface="Inter"/>
                <a:sym typeface="Inter"/>
              </a:defRPr>
            </a:lvl2pPr>
            <a:lvl3pPr lvl="2">
              <a:spcBef>
                <a:spcPts val="0"/>
              </a:spcBef>
              <a:spcAft>
                <a:spcPts val="0"/>
              </a:spcAft>
              <a:buSzPts val="2200"/>
              <a:buFont typeface="Inter"/>
              <a:buNone/>
              <a:defRPr b="1" sz="2200">
                <a:latin typeface="Inter"/>
                <a:ea typeface="Inter"/>
                <a:cs typeface="Inter"/>
                <a:sym typeface="Inter"/>
              </a:defRPr>
            </a:lvl3pPr>
            <a:lvl4pPr lvl="3">
              <a:spcBef>
                <a:spcPts val="0"/>
              </a:spcBef>
              <a:spcAft>
                <a:spcPts val="0"/>
              </a:spcAft>
              <a:buSzPts val="2200"/>
              <a:buFont typeface="Inter"/>
              <a:buNone/>
              <a:defRPr b="1" sz="2200">
                <a:latin typeface="Inter"/>
                <a:ea typeface="Inter"/>
                <a:cs typeface="Inter"/>
                <a:sym typeface="Inter"/>
              </a:defRPr>
            </a:lvl4pPr>
            <a:lvl5pPr lvl="4">
              <a:spcBef>
                <a:spcPts val="0"/>
              </a:spcBef>
              <a:spcAft>
                <a:spcPts val="0"/>
              </a:spcAft>
              <a:buSzPts val="2200"/>
              <a:buFont typeface="Inter"/>
              <a:buNone/>
              <a:defRPr b="1" sz="2200">
                <a:latin typeface="Inter"/>
                <a:ea typeface="Inter"/>
                <a:cs typeface="Inter"/>
                <a:sym typeface="Inter"/>
              </a:defRPr>
            </a:lvl5pPr>
            <a:lvl6pPr lvl="5">
              <a:spcBef>
                <a:spcPts val="0"/>
              </a:spcBef>
              <a:spcAft>
                <a:spcPts val="0"/>
              </a:spcAft>
              <a:buSzPts val="2200"/>
              <a:buFont typeface="Inter"/>
              <a:buNone/>
              <a:defRPr b="1" sz="2200">
                <a:latin typeface="Inter"/>
                <a:ea typeface="Inter"/>
                <a:cs typeface="Inter"/>
                <a:sym typeface="Inter"/>
              </a:defRPr>
            </a:lvl6pPr>
            <a:lvl7pPr lvl="6">
              <a:spcBef>
                <a:spcPts val="0"/>
              </a:spcBef>
              <a:spcAft>
                <a:spcPts val="0"/>
              </a:spcAft>
              <a:buSzPts val="2200"/>
              <a:buFont typeface="Inter"/>
              <a:buNone/>
              <a:defRPr b="1" sz="2200">
                <a:latin typeface="Inter"/>
                <a:ea typeface="Inter"/>
                <a:cs typeface="Inter"/>
                <a:sym typeface="Inter"/>
              </a:defRPr>
            </a:lvl7pPr>
            <a:lvl8pPr lvl="7">
              <a:spcBef>
                <a:spcPts val="0"/>
              </a:spcBef>
              <a:spcAft>
                <a:spcPts val="0"/>
              </a:spcAft>
              <a:buSzPts val="2200"/>
              <a:buFont typeface="Inter"/>
              <a:buNone/>
              <a:defRPr b="1" sz="2200">
                <a:latin typeface="Inter"/>
                <a:ea typeface="Inter"/>
                <a:cs typeface="Inter"/>
                <a:sym typeface="Inter"/>
              </a:defRPr>
            </a:lvl8pPr>
            <a:lvl9pPr lvl="8">
              <a:spcBef>
                <a:spcPts val="0"/>
              </a:spcBef>
              <a:spcAft>
                <a:spcPts val="0"/>
              </a:spcAft>
              <a:buSzPts val="2200"/>
              <a:buFont typeface="Inter"/>
              <a:buNone/>
              <a:defRPr b="1" sz="2200">
                <a:latin typeface="Inter"/>
                <a:ea typeface="Inter"/>
                <a:cs typeface="Inter"/>
                <a:sym typeface="Inter"/>
              </a:defRPr>
            </a:lvl9pPr>
          </a:lstStyle>
          <a:p/>
        </p:txBody>
      </p:sp>
      <p:sp>
        <p:nvSpPr>
          <p:cNvPr id="53" name="Google Shape;53;p11"/>
          <p:cNvSpPr txBox="1"/>
          <p:nvPr>
            <p:ph idx="1" type="subTitle"/>
          </p:nvPr>
        </p:nvSpPr>
        <p:spPr>
          <a:xfrm>
            <a:off x="457925" y="2314375"/>
            <a:ext cx="3013200" cy="1349700"/>
          </a:xfrm>
          <a:prstGeom prst="rect">
            <a:avLst/>
          </a:prstGeom>
        </p:spPr>
        <p:txBody>
          <a:bodyPr anchorCtr="0" anchor="t" bIns="91425" lIns="0" spcFirstLastPara="1" rIns="91425" wrap="square" tIns="91425">
            <a:noAutofit/>
          </a:bodyPr>
          <a:lstStyle>
            <a:lvl1pPr lvl="0">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Tree>
  </p:cSld>
  <p:clrMapOvr>
    <a:masterClrMapping/>
  </p:clrMapOvr>
  <p:extLst>
    <p:ext uri="{DCECCB84-F9BA-43D5-87BE-67443E8EF086}">
      <p15:sldGuideLst>
        <p15:guide id="1" orient="horz" pos="504">
          <p15:clr>
            <a:srgbClr val="E46962"/>
          </p15:clr>
        </p15:guide>
        <p15:guide id="2" pos="294">
          <p15:clr>
            <a:srgbClr val="E46962"/>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Blue">
  <p:cSld name="CUSTOM">
    <p:bg>
      <p:bgPr>
        <a:solidFill>
          <a:schemeClr val="accent2"/>
        </a:solidFill>
      </p:bgPr>
    </p:bg>
    <p:spTree>
      <p:nvGrpSpPr>
        <p:cNvPr id="54" name="Shape 54"/>
        <p:cNvGrpSpPr/>
        <p:nvPr/>
      </p:nvGrpSpPr>
      <p:grpSpPr>
        <a:xfrm>
          <a:off x="0" y="0"/>
          <a:ext cx="0" cy="0"/>
          <a:chOff x="0" y="0"/>
          <a:chExt cx="0" cy="0"/>
        </a:xfrm>
      </p:grpSpPr>
      <p:pic>
        <p:nvPicPr>
          <p:cNvPr id="55" name="Google Shape;55;p12"/>
          <p:cNvPicPr preferRelativeResize="0"/>
          <p:nvPr/>
        </p:nvPicPr>
        <p:blipFill>
          <a:blip r:embed="rId2">
            <a:alphaModFix/>
          </a:blip>
          <a:stretch>
            <a:fillRect/>
          </a:stretch>
        </p:blipFill>
        <p:spPr>
          <a:xfrm>
            <a:off x="8443249" y="4865825"/>
            <a:ext cx="548623" cy="188601"/>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eaker square">
  <p:cSld name="CUSTOM_8">
    <p:bg>
      <p:bgPr>
        <a:solidFill>
          <a:schemeClr val="accent2"/>
        </a:solidFill>
      </p:bgPr>
    </p:bg>
    <p:spTree>
      <p:nvGrpSpPr>
        <p:cNvPr id="56" name="Shape 56"/>
        <p:cNvGrpSpPr/>
        <p:nvPr/>
      </p:nvGrpSpPr>
      <p:grpSpPr>
        <a:xfrm>
          <a:off x="0" y="0"/>
          <a:ext cx="0" cy="0"/>
          <a:chOff x="0" y="0"/>
          <a:chExt cx="0" cy="0"/>
        </a:xfrm>
      </p:grpSpPr>
      <p:pic>
        <p:nvPicPr>
          <p:cNvPr id="57" name="Google Shape;57;p13"/>
          <p:cNvPicPr preferRelativeResize="0"/>
          <p:nvPr/>
        </p:nvPicPr>
        <p:blipFill>
          <a:blip r:embed="rId2">
            <a:alphaModFix/>
          </a:blip>
          <a:stretch>
            <a:fillRect/>
          </a:stretch>
        </p:blipFill>
        <p:spPr>
          <a:xfrm>
            <a:off x="8443249" y="4865825"/>
            <a:ext cx="548623" cy="188601"/>
          </a:xfrm>
          <a:prstGeom prst="rect">
            <a:avLst/>
          </a:prstGeom>
          <a:noFill/>
          <a:ln>
            <a:noFill/>
          </a:ln>
        </p:spPr>
      </p:pic>
      <p:sp>
        <p:nvSpPr>
          <p:cNvPr id="58" name="Google Shape;58;p13"/>
          <p:cNvSpPr/>
          <p:nvPr>
            <p:ph idx="2" type="pic"/>
          </p:nvPr>
        </p:nvSpPr>
        <p:spPr>
          <a:xfrm>
            <a:off x="1020625" y="921750"/>
            <a:ext cx="3300000" cy="3300000"/>
          </a:xfrm>
          <a:prstGeom prst="roundRect">
            <a:avLst>
              <a:gd fmla="val 8462" name="adj"/>
            </a:avLst>
          </a:prstGeom>
          <a:noFill/>
          <a:ln cap="flat" cmpd="sng" w="19050">
            <a:solidFill>
              <a:srgbClr val="101C3F"/>
            </a:solidFill>
            <a:prstDash val="solid"/>
            <a:round/>
            <a:headEnd len="sm" w="sm" type="none"/>
            <a:tailEnd len="sm" w="sm" type="none"/>
          </a:ln>
        </p:spPr>
      </p:sp>
      <p:sp>
        <p:nvSpPr>
          <p:cNvPr id="59" name="Google Shape;59;p13"/>
          <p:cNvSpPr txBox="1"/>
          <p:nvPr>
            <p:ph type="title"/>
          </p:nvPr>
        </p:nvSpPr>
        <p:spPr>
          <a:xfrm>
            <a:off x="5077250" y="1631700"/>
            <a:ext cx="3300000" cy="9606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2800"/>
              <a:buFont typeface="Inter ExtraBold"/>
              <a:buNone/>
              <a:defRPr>
                <a:solidFill>
                  <a:schemeClr val="lt1"/>
                </a:solidFill>
                <a:latin typeface="Inter ExtraBold"/>
                <a:ea typeface="Inter ExtraBold"/>
                <a:cs typeface="Inter ExtraBold"/>
                <a:sym typeface="Inter ExtraBol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0" name="Google Shape;60;p13"/>
          <p:cNvSpPr txBox="1"/>
          <p:nvPr>
            <p:ph idx="1" type="subTitle"/>
          </p:nvPr>
        </p:nvSpPr>
        <p:spPr>
          <a:xfrm>
            <a:off x="5077250" y="2517900"/>
            <a:ext cx="2973600" cy="9939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2400"/>
              <a:buFont typeface="Inter"/>
              <a:buNone/>
              <a:defRPr sz="2400">
                <a:solidFill>
                  <a:schemeClr val="lt1"/>
                </a:solidFill>
                <a:latin typeface="Inter"/>
                <a:ea typeface="Inter"/>
                <a:cs typeface="Inter"/>
                <a:sym typeface="Inte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eakers">
  <p:cSld name="CUSTOM_7">
    <p:bg>
      <p:bgPr>
        <a:solidFill>
          <a:schemeClr val="accent2"/>
        </a:solidFill>
      </p:bgPr>
    </p:bg>
    <p:spTree>
      <p:nvGrpSpPr>
        <p:cNvPr id="61" name="Shape 61"/>
        <p:cNvGrpSpPr/>
        <p:nvPr/>
      </p:nvGrpSpPr>
      <p:grpSpPr>
        <a:xfrm>
          <a:off x="0" y="0"/>
          <a:ext cx="0" cy="0"/>
          <a:chOff x="0" y="0"/>
          <a:chExt cx="0" cy="0"/>
        </a:xfrm>
      </p:grpSpPr>
      <p:pic>
        <p:nvPicPr>
          <p:cNvPr id="62" name="Google Shape;62;p14"/>
          <p:cNvPicPr preferRelativeResize="0"/>
          <p:nvPr/>
        </p:nvPicPr>
        <p:blipFill>
          <a:blip r:embed="rId2">
            <a:alphaModFix/>
          </a:blip>
          <a:stretch>
            <a:fillRect/>
          </a:stretch>
        </p:blipFill>
        <p:spPr>
          <a:xfrm>
            <a:off x="8443249" y="4865825"/>
            <a:ext cx="548623" cy="188601"/>
          </a:xfrm>
          <a:prstGeom prst="rect">
            <a:avLst/>
          </a:prstGeom>
          <a:noFill/>
          <a:ln>
            <a:noFill/>
          </a:ln>
        </p:spPr>
      </p:pic>
      <p:sp>
        <p:nvSpPr>
          <p:cNvPr id="63" name="Google Shape;63;p14"/>
          <p:cNvSpPr/>
          <p:nvPr>
            <p:ph idx="2" type="pic"/>
          </p:nvPr>
        </p:nvSpPr>
        <p:spPr>
          <a:xfrm>
            <a:off x="466075" y="2114000"/>
            <a:ext cx="1260900" cy="1260900"/>
          </a:xfrm>
          <a:prstGeom prst="roundRect">
            <a:avLst>
              <a:gd fmla="val 8264" name="adj"/>
            </a:avLst>
          </a:prstGeom>
          <a:noFill/>
          <a:ln cap="flat" cmpd="sng" w="19050">
            <a:solidFill>
              <a:srgbClr val="101C3F"/>
            </a:solidFill>
            <a:prstDash val="solid"/>
            <a:round/>
            <a:headEnd len="sm" w="sm" type="none"/>
            <a:tailEnd len="sm" w="sm" type="none"/>
          </a:ln>
        </p:spPr>
      </p:sp>
      <p:sp>
        <p:nvSpPr>
          <p:cNvPr id="64" name="Google Shape;64;p14"/>
          <p:cNvSpPr/>
          <p:nvPr>
            <p:ph idx="3" type="pic"/>
          </p:nvPr>
        </p:nvSpPr>
        <p:spPr>
          <a:xfrm>
            <a:off x="2383475" y="2114000"/>
            <a:ext cx="1260900" cy="1260900"/>
          </a:xfrm>
          <a:prstGeom prst="roundRect">
            <a:avLst>
              <a:gd fmla="val 8264" name="adj"/>
            </a:avLst>
          </a:prstGeom>
          <a:noFill/>
          <a:ln cap="flat" cmpd="sng" w="19050">
            <a:solidFill>
              <a:srgbClr val="101C3F"/>
            </a:solidFill>
            <a:prstDash val="solid"/>
            <a:round/>
            <a:headEnd len="sm" w="sm" type="none"/>
            <a:tailEnd len="sm" w="sm" type="none"/>
          </a:ln>
        </p:spPr>
      </p:sp>
      <p:sp>
        <p:nvSpPr>
          <p:cNvPr id="65" name="Google Shape;65;p14"/>
          <p:cNvSpPr/>
          <p:nvPr>
            <p:ph idx="4" type="pic"/>
          </p:nvPr>
        </p:nvSpPr>
        <p:spPr>
          <a:xfrm>
            <a:off x="4300875" y="2114000"/>
            <a:ext cx="1260900" cy="1260900"/>
          </a:xfrm>
          <a:prstGeom prst="roundRect">
            <a:avLst>
              <a:gd fmla="val 8264" name="adj"/>
            </a:avLst>
          </a:prstGeom>
          <a:noFill/>
          <a:ln cap="flat" cmpd="sng" w="19050">
            <a:solidFill>
              <a:srgbClr val="101C3F"/>
            </a:solidFill>
            <a:prstDash val="solid"/>
            <a:round/>
            <a:headEnd len="sm" w="sm" type="none"/>
            <a:tailEnd len="sm" w="sm" type="none"/>
          </a:ln>
        </p:spPr>
      </p:sp>
      <p:sp>
        <p:nvSpPr>
          <p:cNvPr id="66" name="Google Shape;66;p14"/>
          <p:cNvSpPr/>
          <p:nvPr>
            <p:ph idx="5" type="pic"/>
          </p:nvPr>
        </p:nvSpPr>
        <p:spPr>
          <a:xfrm>
            <a:off x="6218275" y="2114000"/>
            <a:ext cx="1260900" cy="1260900"/>
          </a:xfrm>
          <a:prstGeom prst="roundRect">
            <a:avLst>
              <a:gd fmla="val 8264" name="adj"/>
            </a:avLst>
          </a:prstGeom>
          <a:noFill/>
          <a:ln cap="flat" cmpd="sng" w="19050">
            <a:solidFill>
              <a:srgbClr val="101C3F"/>
            </a:solidFill>
            <a:prstDash val="solid"/>
            <a:round/>
            <a:headEnd len="sm" w="sm" type="none"/>
            <a:tailEnd len="sm" w="sm" type="none"/>
          </a:ln>
        </p:spPr>
      </p:sp>
      <p:sp>
        <p:nvSpPr>
          <p:cNvPr id="67" name="Google Shape;67;p14"/>
          <p:cNvSpPr txBox="1"/>
          <p:nvPr>
            <p:ph type="title"/>
          </p:nvPr>
        </p:nvSpPr>
        <p:spPr>
          <a:xfrm>
            <a:off x="430700" y="357875"/>
            <a:ext cx="7035300" cy="472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2200"/>
              <a:buFont typeface="Inter"/>
              <a:buNone/>
              <a:defRPr b="1" sz="2200">
                <a:solidFill>
                  <a:schemeClr val="lt1"/>
                </a:solidFill>
                <a:latin typeface="Inter"/>
                <a:ea typeface="Inter"/>
                <a:cs typeface="Inter"/>
                <a:sym typeface="Inter"/>
              </a:defRPr>
            </a:lvl1pPr>
            <a:lvl2pPr lvl="1">
              <a:spcBef>
                <a:spcPts val="0"/>
              </a:spcBef>
              <a:spcAft>
                <a:spcPts val="0"/>
              </a:spcAft>
              <a:buClr>
                <a:schemeClr val="lt1"/>
              </a:buClr>
              <a:buSzPts val="2200"/>
              <a:buFont typeface="Inter"/>
              <a:buNone/>
              <a:defRPr b="1" sz="2200">
                <a:solidFill>
                  <a:schemeClr val="lt1"/>
                </a:solidFill>
                <a:latin typeface="Inter"/>
                <a:ea typeface="Inter"/>
                <a:cs typeface="Inter"/>
                <a:sym typeface="Inter"/>
              </a:defRPr>
            </a:lvl2pPr>
            <a:lvl3pPr lvl="2">
              <a:spcBef>
                <a:spcPts val="0"/>
              </a:spcBef>
              <a:spcAft>
                <a:spcPts val="0"/>
              </a:spcAft>
              <a:buClr>
                <a:schemeClr val="lt1"/>
              </a:buClr>
              <a:buSzPts val="2200"/>
              <a:buFont typeface="Inter"/>
              <a:buNone/>
              <a:defRPr b="1" sz="2200">
                <a:solidFill>
                  <a:schemeClr val="lt1"/>
                </a:solidFill>
                <a:latin typeface="Inter"/>
                <a:ea typeface="Inter"/>
                <a:cs typeface="Inter"/>
                <a:sym typeface="Inter"/>
              </a:defRPr>
            </a:lvl3pPr>
            <a:lvl4pPr lvl="3">
              <a:spcBef>
                <a:spcPts val="0"/>
              </a:spcBef>
              <a:spcAft>
                <a:spcPts val="0"/>
              </a:spcAft>
              <a:buClr>
                <a:schemeClr val="lt1"/>
              </a:buClr>
              <a:buSzPts val="2200"/>
              <a:buFont typeface="Inter"/>
              <a:buNone/>
              <a:defRPr b="1" sz="2200">
                <a:solidFill>
                  <a:schemeClr val="lt1"/>
                </a:solidFill>
                <a:latin typeface="Inter"/>
                <a:ea typeface="Inter"/>
                <a:cs typeface="Inter"/>
                <a:sym typeface="Inter"/>
              </a:defRPr>
            </a:lvl4pPr>
            <a:lvl5pPr lvl="4">
              <a:spcBef>
                <a:spcPts val="0"/>
              </a:spcBef>
              <a:spcAft>
                <a:spcPts val="0"/>
              </a:spcAft>
              <a:buClr>
                <a:schemeClr val="lt1"/>
              </a:buClr>
              <a:buSzPts val="2200"/>
              <a:buFont typeface="Inter"/>
              <a:buNone/>
              <a:defRPr b="1" sz="2200">
                <a:solidFill>
                  <a:schemeClr val="lt1"/>
                </a:solidFill>
                <a:latin typeface="Inter"/>
                <a:ea typeface="Inter"/>
                <a:cs typeface="Inter"/>
                <a:sym typeface="Inter"/>
              </a:defRPr>
            </a:lvl5pPr>
            <a:lvl6pPr lvl="5">
              <a:spcBef>
                <a:spcPts val="0"/>
              </a:spcBef>
              <a:spcAft>
                <a:spcPts val="0"/>
              </a:spcAft>
              <a:buClr>
                <a:schemeClr val="lt1"/>
              </a:buClr>
              <a:buSzPts val="2200"/>
              <a:buFont typeface="Inter"/>
              <a:buNone/>
              <a:defRPr b="1" sz="2200">
                <a:solidFill>
                  <a:schemeClr val="lt1"/>
                </a:solidFill>
                <a:latin typeface="Inter"/>
                <a:ea typeface="Inter"/>
                <a:cs typeface="Inter"/>
                <a:sym typeface="Inter"/>
              </a:defRPr>
            </a:lvl6pPr>
            <a:lvl7pPr lvl="6">
              <a:spcBef>
                <a:spcPts val="0"/>
              </a:spcBef>
              <a:spcAft>
                <a:spcPts val="0"/>
              </a:spcAft>
              <a:buClr>
                <a:schemeClr val="lt1"/>
              </a:buClr>
              <a:buSzPts val="2200"/>
              <a:buFont typeface="Inter"/>
              <a:buNone/>
              <a:defRPr b="1" sz="2200">
                <a:solidFill>
                  <a:schemeClr val="lt1"/>
                </a:solidFill>
                <a:latin typeface="Inter"/>
                <a:ea typeface="Inter"/>
                <a:cs typeface="Inter"/>
                <a:sym typeface="Inter"/>
              </a:defRPr>
            </a:lvl7pPr>
            <a:lvl8pPr lvl="7">
              <a:spcBef>
                <a:spcPts val="0"/>
              </a:spcBef>
              <a:spcAft>
                <a:spcPts val="0"/>
              </a:spcAft>
              <a:buClr>
                <a:schemeClr val="lt1"/>
              </a:buClr>
              <a:buSzPts val="2200"/>
              <a:buFont typeface="Inter"/>
              <a:buNone/>
              <a:defRPr b="1" sz="2200">
                <a:solidFill>
                  <a:schemeClr val="lt1"/>
                </a:solidFill>
                <a:latin typeface="Inter"/>
                <a:ea typeface="Inter"/>
                <a:cs typeface="Inter"/>
                <a:sym typeface="Inter"/>
              </a:defRPr>
            </a:lvl8pPr>
            <a:lvl9pPr lvl="8">
              <a:spcBef>
                <a:spcPts val="0"/>
              </a:spcBef>
              <a:spcAft>
                <a:spcPts val="0"/>
              </a:spcAft>
              <a:buClr>
                <a:schemeClr val="lt1"/>
              </a:buClr>
              <a:buSzPts val="2200"/>
              <a:buFont typeface="Inter"/>
              <a:buNone/>
              <a:defRPr b="1" sz="2200">
                <a:solidFill>
                  <a:schemeClr val="lt1"/>
                </a:solidFill>
                <a:latin typeface="Inter"/>
                <a:ea typeface="Inter"/>
                <a:cs typeface="Inter"/>
                <a:sym typeface="Inter"/>
              </a:defRPr>
            </a:lvl9pPr>
          </a:lstStyle>
          <a:p/>
        </p:txBody>
      </p:sp>
      <p:sp>
        <p:nvSpPr>
          <p:cNvPr id="68" name="Google Shape;68;p14"/>
          <p:cNvSpPr txBox="1"/>
          <p:nvPr>
            <p:ph idx="1" type="subTitle"/>
          </p:nvPr>
        </p:nvSpPr>
        <p:spPr>
          <a:xfrm>
            <a:off x="430700" y="745425"/>
            <a:ext cx="5657100" cy="3480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400"/>
              <a:buFont typeface="Inter"/>
              <a:buNone/>
              <a:defRPr sz="1400">
                <a:solidFill>
                  <a:schemeClr val="lt1"/>
                </a:solidFill>
                <a:latin typeface="Inter"/>
                <a:ea typeface="Inter"/>
                <a:cs typeface="Inter"/>
                <a:sym typeface="Inte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14"/>
          <p:cNvSpPr txBox="1"/>
          <p:nvPr>
            <p:ph idx="6" type="subTitle"/>
          </p:nvPr>
        </p:nvSpPr>
        <p:spPr>
          <a:xfrm>
            <a:off x="466075" y="3408200"/>
            <a:ext cx="1679100" cy="6543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4"/>
          <p:cNvSpPr txBox="1"/>
          <p:nvPr>
            <p:ph idx="7" type="subTitle"/>
          </p:nvPr>
        </p:nvSpPr>
        <p:spPr>
          <a:xfrm>
            <a:off x="2383475" y="3408200"/>
            <a:ext cx="1652100" cy="654300"/>
          </a:xfrm>
          <a:prstGeom prst="rect">
            <a:avLst/>
          </a:prstGeom>
        </p:spPr>
        <p:txBody>
          <a:bodyPr anchorCtr="0" anchor="t" bIns="91425" lIns="0" spcFirstLastPara="1" rIns="91425" wrap="square" tIns="91425">
            <a:noAutofit/>
          </a:bodyPr>
          <a:lstStyle>
            <a:lvl1pPr lvl="0" rtl="0">
              <a:lnSpc>
                <a:spcPct val="100000"/>
              </a:lnSpc>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71" name="Google Shape;71;p14"/>
          <p:cNvSpPr txBox="1"/>
          <p:nvPr>
            <p:ph idx="8" type="subTitle"/>
          </p:nvPr>
        </p:nvSpPr>
        <p:spPr>
          <a:xfrm>
            <a:off x="4300875" y="3408200"/>
            <a:ext cx="1652100" cy="654300"/>
          </a:xfrm>
          <a:prstGeom prst="rect">
            <a:avLst/>
          </a:prstGeom>
        </p:spPr>
        <p:txBody>
          <a:bodyPr anchorCtr="0" anchor="t" bIns="91425" lIns="0" spcFirstLastPara="1" rIns="91425" wrap="square" tIns="91425">
            <a:noAutofit/>
          </a:bodyPr>
          <a:lstStyle>
            <a:lvl1pPr lvl="0" rtl="0">
              <a:lnSpc>
                <a:spcPct val="100000"/>
              </a:lnSpc>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72" name="Google Shape;72;p14"/>
          <p:cNvSpPr txBox="1"/>
          <p:nvPr>
            <p:ph idx="9" type="subTitle"/>
          </p:nvPr>
        </p:nvSpPr>
        <p:spPr>
          <a:xfrm>
            <a:off x="6218275" y="3408200"/>
            <a:ext cx="1679100" cy="654300"/>
          </a:xfrm>
          <a:prstGeom prst="rect">
            <a:avLst/>
          </a:prstGeom>
        </p:spPr>
        <p:txBody>
          <a:bodyPr anchorCtr="0" anchor="t" bIns="91425" lIns="0" spcFirstLastPara="1" rIns="91425" wrap="square" tIns="91425">
            <a:noAutofit/>
          </a:bodyPr>
          <a:lstStyle>
            <a:lvl1pPr lvl="0" rtl="0">
              <a:lnSpc>
                <a:spcPct val="100000"/>
              </a:lnSpc>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tout photo">
  <p:cSld name="CUSTOM_5">
    <p:bg>
      <p:bgPr>
        <a:solidFill>
          <a:schemeClr val="accent2"/>
        </a:solidFill>
      </p:bgPr>
    </p:bg>
    <p:spTree>
      <p:nvGrpSpPr>
        <p:cNvPr id="73" name="Shape 73"/>
        <p:cNvGrpSpPr/>
        <p:nvPr/>
      </p:nvGrpSpPr>
      <p:grpSpPr>
        <a:xfrm>
          <a:off x="0" y="0"/>
          <a:ext cx="0" cy="0"/>
          <a:chOff x="0" y="0"/>
          <a:chExt cx="0" cy="0"/>
        </a:xfrm>
      </p:grpSpPr>
      <p:pic>
        <p:nvPicPr>
          <p:cNvPr id="74" name="Google Shape;74;p15"/>
          <p:cNvPicPr preferRelativeResize="0"/>
          <p:nvPr/>
        </p:nvPicPr>
        <p:blipFill>
          <a:blip r:embed="rId2">
            <a:alphaModFix/>
          </a:blip>
          <a:stretch>
            <a:fillRect/>
          </a:stretch>
        </p:blipFill>
        <p:spPr>
          <a:xfrm>
            <a:off x="8443249" y="4865825"/>
            <a:ext cx="548623" cy="188601"/>
          </a:xfrm>
          <a:prstGeom prst="rect">
            <a:avLst/>
          </a:prstGeom>
          <a:noFill/>
          <a:ln>
            <a:noFill/>
          </a:ln>
        </p:spPr>
      </p:pic>
      <p:sp>
        <p:nvSpPr>
          <p:cNvPr id="75" name="Google Shape;75;p15"/>
          <p:cNvSpPr txBox="1"/>
          <p:nvPr>
            <p:ph type="title"/>
          </p:nvPr>
        </p:nvSpPr>
        <p:spPr>
          <a:xfrm>
            <a:off x="457200" y="783675"/>
            <a:ext cx="4142100" cy="472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2200"/>
              <a:buFont typeface="Inter"/>
              <a:buNone/>
              <a:defRPr b="1" sz="2200">
                <a:solidFill>
                  <a:schemeClr val="lt1"/>
                </a:solidFill>
                <a:latin typeface="Inter"/>
                <a:ea typeface="Inter"/>
                <a:cs typeface="Inter"/>
                <a:sym typeface="Inter"/>
              </a:defRPr>
            </a:lvl1pPr>
            <a:lvl2pPr lvl="1">
              <a:spcBef>
                <a:spcPts val="0"/>
              </a:spcBef>
              <a:spcAft>
                <a:spcPts val="0"/>
              </a:spcAft>
              <a:buClr>
                <a:schemeClr val="lt1"/>
              </a:buClr>
              <a:buSzPts val="2200"/>
              <a:buFont typeface="Inter"/>
              <a:buNone/>
              <a:defRPr b="1" sz="2200">
                <a:solidFill>
                  <a:schemeClr val="lt1"/>
                </a:solidFill>
                <a:latin typeface="Inter"/>
                <a:ea typeface="Inter"/>
                <a:cs typeface="Inter"/>
                <a:sym typeface="Inter"/>
              </a:defRPr>
            </a:lvl2pPr>
            <a:lvl3pPr lvl="2">
              <a:spcBef>
                <a:spcPts val="0"/>
              </a:spcBef>
              <a:spcAft>
                <a:spcPts val="0"/>
              </a:spcAft>
              <a:buClr>
                <a:schemeClr val="lt1"/>
              </a:buClr>
              <a:buSzPts val="2200"/>
              <a:buFont typeface="Inter"/>
              <a:buNone/>
              <a:defRPr b="1" sz="2200">
                <a:solidFill>
                  <a:schemeClr val="lt1"/>
                </a:solidFill>
                <a:latin typeface="Inter"/>
                <a:ea typeface="Inter"/>
                <a:cs typeface="Inter"/>
                <a:sym typeface="Inter"/>
              </a:defRPr>
            </a:lvl3pPr>
            <a:lvl4pPr lvl="3">
              <a:spcBef>
                <a:spcPts val="0"/>
              </a:spcBef>
              <a:spcAft>
                <a:spcPts val="0"/>
              </a:spcAft>
              <a:buClr>
                <a:schemeClr val="lt1"/>
              </a:buClr>
              <a:buSzPts val="2200"/>
              <a:buFont typeface="Inter"/>
              <a:buNone/>
              <a:defRPr b="1" sz="2200">
                <a:solidFill>
                  <a:schemeClr val="lt1"/>
                </a:solidFill>
                <a:latin typeface="Inter"/>
                <a:ea typeface="Inter"/>
                <a:cs typeface="Inter"/>
                <a:sym typeface="Inter"/>
              </a:defRPr>
            </a:lvl4pPr>
            <a:lvl5pPr lvl="4">
              <a:spcBef>
                <a:spcPts val="0"/>
              </a:spcBef>
              <a:spcAft>
                <a:spcPts val="0"/>
              </a:spcAft>
              <a:buClr>
                <a:schemeClr val="lt1"/>
              </a:buClr>
              <a:buSzPts val="2200"/>
              <a:buFont typeface="Inter"/>
              <a:buNone/>
              <a:defRPr b="1" sz="2200">
                <a:solidFill>
                  <a:schemeClr val="lt1"/>
                </a:solidFill>
                <a:latin typeface="Inter"/>
                <a:ea typeface="Inter"/>
                <a:cs typeface="Inter"/>
                <a:sym typeface="Inter"/>
              </a:defRPr>
            </a:lvl5pPr>
            <a:lvl6pPr lvl="5">
              <a:spcBef>
                <a:spcPts val="0"/>
              </a:spcBef>
              <a:spcAft>
                <a:spcPts val="0"/>
              </a:spcAft>
              <a:buClr>
                <a:schemeClr val="lt1"/>
              </a:buClr>
              <a:buSzPts val="2200"/>
              <a:buFont typeface="Inter"/>
              <a:buNone/>
              <a:defRPr b="1" sz="2200">
                <a:solidFill>
                  <a:schemeClr val="lt1"/>
                </a:solidFill>
                <a:latin typeface="Inter"/>
                <a:ea typeface="Inter"/>
                <a:cs typeface="Inter"/>
                <a:sym typeface="Inter"/>
              </a:defRPr>
            </a:lvl6pPr>
            <a:lvl7pPr lvl="6">
              <a:spcBef>
                <a:spcPts val="0"/>
              </a:spcBef>
              <a:spcAft>
                <a:spcPts val="0"/>
              </a:spcAft>
              <a:buClr>
                <a:schemeClr val="lt1"/>
              </a:buClr>
              <a:buSzPts val="2200"/>
              <a:buFont typeface="Inter"/>
              <a:buNone/>
              <a:defRPr b="1" sz="2200">
                <a:solidFill>
                  <a:schemeClr val="lt1"/>
                </a:solidFill>
                <a:latin typeface="Inter"/>
                <a:ea typeface="Inter"/>
                <a:cs typeface="Inter"/>
                <a:sym typeface="Inter"/>
              </a:defRPr>
            </a:lvl7pPr>
            <a:lvl8pPr lvl="7">
              <a:spcBef>
                <a:spcPts val="0"/>
              </a:spcBef>
              <a:spcAft>
                <a:spcPts val="0"/>
              </a:spcAft>
              <a:buClr>
                <a:schemeClr val="lt1"/>
              </a:buClr>
              <a:buSzPts val="2200"/>
              <a:buFont typeface="Inter"/>
              <a:buNone/>
              <a:defRPr b="1" sz="2200">
                <a:solidFill>
                  <a:schemeClr val="lt1"/>
                </a:solidFill>
                <a:latin typeface="Inter"/>
                <a:ea typeface="Inter"/>
                <a:cs typeface="Inter"/>
                <a:sym typeface="Inter"/>
              </a:defRPr>
            </a:lvl8pPr>
            <a:lvl9pPr lvl="8">
              <a:spcBef>
                <a:spcPts val="0"/>
              </a:spcBef>
              <a:spcAft>
                <a:spcPts val="0"/>
              </a:spcAft>
              <a:buClr>
                <a:schemeClr val="lt1"/>
              </a:buClr>
              <a:buSzPts val="2200"/>
              <a:buFont typeface="Inter"/>
              <a:buNone/>
              <a:defRPr b="1" sz="2200">
                <a:solidFill>
                  <a:schemeClr val="lt1"/>
                </a:solidFill>
                <a:latin typeface="Inter"/>
                <a:ea typeface="Inter"/>
                <a:cs typeface="Inter"/>
                <a:sym typeface="Inter"/>
              </a:defRPr>
            </a:lvl9pPr>
          </a:lstStyle>
          <a:p/>
        </p:txBody>
      </p:sp>
      <p:sp>
        <p:nvSpPr>
          <p:cNvPr id="76" name="Google Shape;76;p15"/>
          <p:cNvSpPr txBox="1"/>
          <p:nvPr>
            <p:ph idx="1" type="subTitle"/>
          </p:nvPr>
        </p:nvSpPr>
        <p:spPr>
          <a:xfrm>
            <a:off x="466900" y="1129950"/>
            <a:ext cx="3660600" cy="29976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Inter"/>
              <a:buNone/>
              <a:defRPr sz="1000">
                <a:solidFill>
                  <a:schemeClr val="lt1"/>
                </a:solidFill>
                <a:latin typeface="Inter"/>
                <a:ea typeface="Inter"/>
                <a:cs typeface="Inter"/>
                <a:sym typeface="Inter"/>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eal">
  <p:cSld name="CUSTOM_2">
    <p:bg>
      <p:bgPr>
        <a:solidFill>
          <a:schemeClr val="accent1"/>
        </a:solidFill>
      </p:bgPr>
    </p:bg>
    <p:spTree>
      <p:nvGrpSpPr>
        <p:cNvPr id="77" name="Shape 77"/>
        <p:cNvGrpSpPr/>
        <p:nvPr/>
      </p:nvGrpSpPr>
      <p:grpSpPr>
        <a:xfrm>
          <a:off x="0" y="0"/>
          <a:ext cx="0" cy="0"/>
          <a:chOff x="0" y="0"/>
          <a:chExt cx="0" cy="0"/>
        </a:xfrm>
      </p:grpSpPr>
      <p:pic>
        <p:nvPicPr>
          <p:cNvPr id="78" name="Google Shape;78;p16"/>
          <p:cNvPicPr preferRelativeResize="0"/>
          <p:nvPr/>
        </p:nvPicPr>
        <p:blipFill>
          <a:blip r:embed="rId2">
            <a:alphaModFix/>
          </a:blip>
          <a:stretch>
            <a:fillRect/>
          </a:stretch>
        </p:blipFill>
        <p:spPr>
          <a:xfrm>
            <a:off x="8435923" y="4863300"/>
            <a:ext cx="555976" cy="191125"/>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developer blue">
  <p:cSld name="CUSTOM_1">
    <p:bg>
      <p:bgPr>
        <a:solidFill>
          <a:srgbClr val="101C3F"/>
        </a:solidFill>
      </p:bgPr>
    </p:bg>
    <p:spTree>
      <p:nvGrpSpPr>
        <p:cNvPr id="79" name="Shape 79"/>
        <p:cNvGrpSpPr/>
        <p:nvPr/>
      </p:nvGrpSpPr>
      <p:grpSpPr>
        <a:xfrm>
          <a:off x="0" y="0"/>
          <a:ext cx="0" cy="0"/>
          <a:chOff x="0" y="0"/>
          <a:chExt cx="0" cy="0"/>
        </a:xfrm>
      </p:grpSpPr>
      <p:pic>
        <p:nvPicPr>
          <p:cNvPr id="80" name="Google Shape;80;p17"/>
          <p:cNvPicPr preferRelativeResize="0"/>
          <p:nvPr/>
        </p:nvPicPr>
        <p:blipFill>
          <a:blip r:embed="rId2">
            <a:alphaModFix/>
          </a:blip>
          <a:stretch>
            <a:fillRect/>
          </a:stretch>
        </p:blipFill>
        <p:spPr>
          <a:xfrm>
            <a:off x="8443249" y="4865825"/>
            <a:ext cx="548623" cy="188601"/>
          </a:xfrm>
          <a:prstGeom prst="rect">
            <a:avLst/>
          </a:prstGeom>
          <a:noFill/>
          <a:ln>
            <a:noFill/>
          </a:ln>
        </p:spPr>
      </p:pic>
    </p:spTree>
  </p:cSld>
  <p:clrMapOvr>
    <a:masterClrMapping/>
  </p:clrMapOvr>
  <p:extLst>
    <p:ext uri="{DCECCB84-F9BA-43D5-87BE-67443E8EF086}">
      <p15:sldGuideLst>
        <p15:guide id="1" pos="288">
          <p15:clr>
            <a:srgbClr val="E46962"/>
          </p15:clr>
        </p15:guide>
        <p15:guide id="2" orient="horz" pos="288">
          <p15:clr>
            <a:srgbClr val="E46962"/>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CUSTOM_1_2">
    <p:bg>
      <p:bgPr>
        <a:solidFill>
          <a:srgbClr val="101C3F"/>
        </a:solidFill>
      </p:bgPr>
    </p:bg>
    <p:spTree>
      <p:nvGrpSpPr>
        <p:cNvPr id="81" name="Shape 81"/>
        <p:cNvGrpSpPr/>
        <p:nvPr/>
      </p:nvGrpSpPr>
      <p:grpSpPr>
        <a:xfrm>
          <a:off x="0" y="0"/>
          <a:ext cx="0" cy="0"/>
          <a:chOff x="0" y="0"/>
          <a:chExt cx="0" cy="0"/>
        </a:xfrm>
      </p:grpSpPr>
      <p:pic>
        <p:nvPicPr>
          <p:cNvPr id="82" name="Google Shape;82;p18"/>
          <p:cNvPicPr preferRelativeResize="0"/>
          <p:nvPr/>
        </p:nvPicPr>
        <p:blipFill>
          <a:blip r:embed="rId2">
            <a:alphaModFix/>
          </a:blip>
          <a:stretch>
            <a:fillRect/>
          </a:stretch>
        </p:blipFill>
        <p:spPr>
          <a:xfrm>
            <a:off x="8443249" y="4865825"/>
            <a:ext cx="548623" cy="188601"/>
          </a:xfrm>
          <a:prstGeom prst="rect">
            <a:avLst/>
          </a:prstGeom>
          <a:noFill/>
          <a:ln>
            <a:noFill/>
          </a:ln>
        </p:spPr>
      </p:pic>
      <p:sp>
        <p:nvSpPr>
          <p:cNvPr id="83" name="Google Shape;83;p18"/>
          <p:cNvSpPr txBox="1"/>
          <p:nvPr>
            <p:ph type="title"/>
          </p:nvPr>
        </p:nvSpPr>
        <p:spPr>
          <a:xfrm>
            <a:off x="458275" y="467275"/>
            <a:ext cx="7035300" cy="472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2200"/>
              <a:buFont typeface="Inter"/>
              <a:buNone/>
              <a:defRPr b="1" sz="2200">
                <a:solidFill>
                  <a:schemeClr val="lt1"/>
                </a:solidFill>
                <a:latin typeface="Inter"/>
                <a:ea typeface="Inter"/>
                <a:cs typeface="Inter"/>
                <a:sym typeface="Inter"/>
              </a:defRPr>
            </a:lvl1pPr>
            <a:lvl2pPr lvl="1">
              <a:spcBef>
                <a:spcPts val="0"/>
              </a:spcBef>
              <a:spcAft>
                <a:spcPts val="0"/>
              </a:spcAft>
              <a:buSzPts val="2200"/>
              <a:buFont typeface="Inter"/>
              <a:buNone/>
              <a:defRPr b="1" sz="2200">
                <a:latin typeface="Inter"/>
                <a:ea typeface="Inter"/>
                <a:cs typeface="Inter"/>
                <a:sym typeface="Inter"/>
              </a:defRPr>
            </a:lvl2pPr>
            <a:lvl3pPr lvl="2">
              <a:spcBef>
                <a:spcPts val="0"/>
              </a:spcBef>
              <a:spcAft>
                <a:spcPts val="0"/>
              </a:spcAft>
              <a:buSzPts val="2200"/>
              <a:buFont typeface="Inter"/>
              <a:buNone/>
              <a:defRPr b="1" sz="2200">
                <a:latin typeface="Inter"/>
                <a:ea typeface="Inter"/>
                <a:cs typeface="Inter"/>
                <a:sym typeface="Inter"/>
              </a:defRPr>
            </a:lvl3pPr>
            <a:lvl4pPr lvl="3">
              <a:spcBef>
                <a:spcPts val="0"/>
              </a:spcBef>
              <a:spcAft>
                <a:spcPts val="0"/>
              </a:spcAft>
              <a:buSzPts val="2200"/>
              <a:buFont typeface="Inter"/>
              <a:buNone/>
              <a:defRPr b="1" sz="2200">
                <a:latin typeface="Inter"/>
                <a:ea typeface="Inter"/>
                <a:cs typeface="Inter"/>
                <a:sym typeface="Inter"/>
              </a:defRPr>
            </a:lvl4pPr>
            <a:lvl5pPr lvl="4">
              <a:spcBef>
                <a:spcPts val="0"/>
              </a:spcBef>
              <a:spcAft>
                <a:spcPts val="0"/>
              </a:spcAft>
              <a:buSzPts val="2200"/>
              <a:buFont typeface="Inter"/>
              <a:buNone/>
              <a:defRPr b="1" sz="2200">
                <a:latin typeface="Inter"/>
                <a:ea typeface="Inter"/>
                <a:cs typeface="Inter"/>
                <a:sym typeface="Inter"/>
              </a:defRPr>
            </a:lvl5pPr>
            <a:lvl6pPr lvl="5">
              <a:spcBef>
                <a:spcPts val="0"/>
              </a:spcBef>
              <a:spcAft>
                <a:spcPts val="0"/>
              </a:spcAft>
              <a:buSzPts val="2200"/>
              <a:buFont typeface="Inter"/>
              <a:buNone/>
              <a:defRPr b="1" sz="2200">
                <a:latin typeface="Inter"/>
                <a:ea typeface="Inter"/>
                <a:cs typeface="Inter"/>
                <a:sym typeface="Inter"/>
              </a:defRPr>
            </a:lvl6pPr>
            <a:lvl7pPr lvl="6">
              <a:spcBef>
                <a:spcPts val="0"/>
              </a:spcBef>
              <a:spcAft>
                <a:spcPts val="0"/>
              </a:spcAft>
              <a:buSzPts val="2200"/>
              <a:buFont typeface="Inter"/>
              <a:buNone/>
              <a:defRPr b="1" sz="2200">
                <a:latin typeface="Inter"/>
                <a:ea typeface="Inter"/>
                <a:cs typeface="Inter"/>
                <a:sym typeface="Inter"/>
              </a:defRPr>
            </a:lvl7pPr>
            <a:lvl8pPr lvl="7">
              <a:spcBef>
                <a:spcPts val="0"/>
              </a:spcBef>
              <a:spcAft>
                <a:spcPts val="0"/>
              </a:spcAft>
              <a:buSzPts val="2200"/>
              <a:buFont typeface="Inter"/>
              <a:buNone/>
              <a:defRPr b="1" sz="2200">
                <a:latin typeface="Inter"/>
                <a:ea typeface="Inter"/>
                <a:cs typeface="Inter"/>
                <a:sym typeface="Inter"/>
              </a:defRPr>
            </a:lvl8pPr>
            <a:lvl9pPr lvl="8">
              <a:spcBef>
                <a:spcPts val="0"/>
              </a:spcBef>
              <a:spcAft>
                <a:spcPts val="0"/>
              </a:spcAft>
              <a:buSzPts val="2200"/>
              <a:buFont typeface="Inter"/>
              <a:buNone/>
              <a:defRPr b="1" sz="2200">
                <a:latin typeface="Inter"/>
                <a:ea typeface="Inter"/>
                <a:cs typeface="Inter"/>
                <a:sym typeface="Inter"/>
              </a:defRPr>
            </a:lvl9pPr>
          </a:lstStyle>
          <a:p/>
        </p:txBody>
      </p:sp>
      <p:sp>
        <p:nvSpPr>
          <p:cNvPr id="84" name="Google Shape;84;p18"/>
          <p:cNvSpPr txBox="1"/>
          <p:nvPr>
            <p:ph idx="1" type="subTitle"/>
          </p:nvPr>
        </p:nvSpPr>
        <p:spPr>
          <a:xfrm>
            <a:off x="458275" y="877175"/>
            <a:ext cx="7035300" cy="3993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400"/>
              <a:buFont typeface="Inter"/>
              <a:buNone/>
              <a:defRPr sz="1400">
                <a:solidFill>
                  <a:schemeClr val="lt1"/>
                </a:solidFill>
                <a:latin typeface="Inter"/>
                <a:ea typeface="Inter"/>
                <a:cs typeface="Inter"/>
                <a:sym typeface="Inte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p:cSld name="CUSTOM_1_2_1">
    <p:bg>
      <p:bgPr>
        <a:solidFill>
          <a:schemeClr val="lt1"/>
        </a:solidFill>
      </p:bgPr>
    </p:bg>
    <p:spTree>
      <p:nvGrpSpPr>
        <p:cNvPr id="85" name="Shape 85"/>
        <p:cNvGrpSpPr/>
        <p:nvPr/>
      </p:nvGrpSpPr>
      <p:grpSpPr>
        <a:xfrm>
          <a:off x="0" y="0"/>
          <a:ext cx="0" cy="0"/>
          <a:chOff x="0" y="0"/>
          <a:chExt cx="0" cy="0"/>
        </a:xfrm>
      </p:grpSpPr>
      <p:pic>
        <p:nvPicPr>
          <p:cNvPr id="86" name="Google Shape;86;p19"/>
          <p:cNvPicPr preferRelativeResize="0"/>
          <p:nvPr/>
        </p:nvPicPr>
        <p:blipFill>
          <a:blip r:embed="rId2">
            <a:alphaModFix/>
          </a:blip>
          <a:stretch>
            <a:fillRect/>
          </a:stretch>
        </p:blipFill>
        <p:spPr>
          <a:xfrm>
            <a:off x="8443249" y="4865825"/>
            <a:ext cx="548623" cy="188601"/>
          </a:xfrm>
          <a:prstGeom prst="rect">
            <a:avLst/>
          </a:prstGeom>
          <a:noFill/>
          <a:ln>
            <a:noFill/>
          </a:ln>
        </p:spPr>
      </p:pic>
      <p:sp>
        <p:nvSpPr>
          <p:cNvPr id="87" name="Google Shape;87;p19"/>
          <p:cNvSpPr txBox="1"/>
          <p:nvPr>
            <p:ph type="title"/>
          </p:nvPr>
        </p:nvSpPr>
        <p:spPr>
          <a:xfrm>
            <a:off x="458275" y="467275"/>
            <a:ext cx="7035300" cy="472800"/>
          </a:xfrm>
          <a:prstGeom prst="rect">
            <a:avLst/>
          </a:prstGeom>
        </p:spPr>
        <p:txBody>
          <a:bodyPr anchorCtr="0" anchor="t" bIns="91425" lIns="0" spcFirstLastPara="1" rIns="91425" wrap="square" tIns="91425">
            <a:noAutofit/>
          </a:bodyPr>
          <a:lstStyle>
            <a:lvl1pPr lvl="0">
              <a:spcBef>
                <a:spcPts val="0"/>
              </a:spcBef>
              <a:spcAft>
                <a:spcPts val="0"/>
              </a:spcAft>
              <a:buClr>
                <a:schemeClr val="dk1"/>
              </a:buClr>
              <a:buSzPts val="2200"/>
              <a:buFont typeface="Inter"/>
              <a:buNone/>
              <a:defRPr b="1" sz="2200">
                <a:solidFill>
                  <a:schemeClr val="dk1"/>
                </a:solidFill>
                <a:latin typeface="Inter"/>
                <a:ea typeface="Inter"/>
                <a:cs typeface="Inter"/>
                <a:sym typeface="Inter"/>
              </a:defRPr>
            </a:lvl1pPr>
            <a:lvl2pPr lvl="1">
              <a:spcBef>
                <a:spcPts val="0"/>
              </a:spcBef>
              <a:spcAft>
                <a:spcPts val="0"/>
              </a:spcAft>
              <a:buClr>
                <a:schemeClr val="dk1"/>
              </a:buClr>
              <a:buSzPts val="2200"/>
              <a:buFont typeface="Inter"/>
              <a:buNone/>
              <a:defRPr b="1" sz="2200">
                <a:solidFill>
                  <a:schemeClr val="dk1"/>
                </a:solidFill>
                <a:latin typeface="Inter"/>
                <a:ea typeface="Inter"/>
                <a:cs typeface="Inter"/>
                <a:sym typeface="Inter"/>
              </a:defRPr>
            </a:lvl2pPr>
            <a:lvl3pPr lvl="2">
              <a:spcBef>
                <a:spcPts val="0"/>
              </a:spcBef>
              <a:spcAft>
                <a:spcPts val="0"/>
              </a:spcAft>
              <a:buClr>
                <a:schemeClr val="dk1"/>
              </a:buClr>
              <a:buSzPts val="2200"/>
              <a:buFont typeface="Inter"/>
              <a:buNone/>
              <a:defRPr b="1" sz="2200">
                <a:solidFill>
                  <a:schemeClr val="dk1"/>
                </a:solidFill>
                <a:latin typeface="Inter"/>
                <a:ea typeface="Inter"/>
                <a:cs typeface="Inter"/>
                <a:sym typeface="Inter"/>
              </a:defRPr>
            </a:lvl3pPr>
            <a:lvl4pPr lvl="3">
              <a:spcBef>
                <a:spcPts val="0"/>
              </a:spcBef>
              <a:spcAft>
                <a:spcPts val="0"/>
              </a:spcAft>
              <a:buClr>
                <a:schemeClr val="dk1"/>
              </a:buClr>
              <a:buSzPts val="2200"/>
              <a:buFont typeface="Inter"/>
              <a:buNone/>
              <a:defRPr b="1" sz="2200">
                <a:solidFill>
                  <a:schemeClr val="dk1"/>
                </a:solidFill>
                <a:latin typeface="Inter"/>
                <a:ea typeface="Inter"/>
                <a:cs typeface="Inter"/>
                <a:sym typeface="Inter"/>
              </a:defRPr>
            </a:lvl4pPr>
            <a:lvl5pPr lvl="4">
              <a:spcBef>
                <a:spcPts val="0"/>
              </a:spcBef>
              <a:spcAft>
                <a:spcPts val="0"/>
              </a:spcAft>
              <a:buClr>
                <a:schemeClr val="dk1"/>
              </a:buClr>
              <a:buSzPts val="2200"/>
              <a:buFont typeface="Inter"/>
              <a:buNone/>
              <a:defRPr b="1" sz="2200">
                <a:solidFill>
                  <a:schemeClr val="dk1"/>
                </a:solidFill>
                <a:latin typeface="Inter"/>
                <a:ea typeface="Inter"/>
                <a:cs typeface="Inter"/>
                <a:sym typeface="Inter"/>
              </a:defRPr>
            </a:lvl5pPr>
            <a:lvl6pPr lvl="5">
              <a:spcBef>
                <a:spcPts val="0"/>
              </a:spcBef>
              <a:spcAft>
                <a:spcPts val="0"/>
              </a:spcAft>
              <a:buClr>
                <a:schemeClr val="dk1"/>
              </a:buClr>
              <a:buSzPts val="2200"/>
              <a:buFont typeface="Inter"/>
              <a:buNone/>
              <a:defRPr b="1" sz="2200">
                <a:solidFill>
                  <a:schemeClr val="dk1"/>
                </a:solidFill>
                <a:latin typeface="Inter"/>
                <a:ea typeface="Inter"/>
                <a:cs typeface="Inter"/>
                <a:sym typeface="Inter"/>
              </a:defRPr>
            </a:lvl6pPr>
            <a:lvl7pPr lvl="6">
              <a:spcBef>
                <a:spcPts val="0"/>
              </a:spcBef>
              <a:spcAft>
                <a:spcPts val="0"/>
              </a:spcAft>
              <a:buClr>
                <a:schemeClr val="dk1"/>
              </a:buClr>
              <a:buSzPts val="2200"/>
              <a:buFont typeface="Inter"/>
              <a:buNone/>
              <a:defRPr b="1" sz="2200">
                <a:solidFill>
                  <a:schemeClr val="dk1"/>
                </a:solidFill>
                <a:latin typeface="Inter"/>
                <a:ea typeface="Inter"/>
                <a:cs typeface="Inter"/>
                <a:sym typeface="Inter"/>
              </a:defRPr>
            </a:lvl7pPr>
            <a:lvl8pPr lvl="7">
              <a:spcBef>
                <a:spcPts val="0"/>
              </a:spcBef>
              <a:spcAft>
                <a:spcPts val="0"/>
              </a:spcAft>
              <a:buClr>
                <a:schemeClr val="dk1"/>
              </a:buClr>
              <a:buSzPts val="2200"/>
              <a:buFont typeface="Inter"/>
              <a:buNone/>
              <a:defRPr b="1" sz="2200">
                <a:solidFill>
                  <a:schemeClr val="dk1"/>
                </a:solidFill>
                <a:latin typeface="Inter"/>
                <a:ea typeface="Inter"/>
                <a:cs typeface="Inter"/>
                <a:sym typeface="Inter"/>
              </a:defRPr>
            </a:lvl8pPr>
            <a:lvl9pPr lvl="8">
              <a:spcBef>
                <a:spcPts val="0"/>
              </a:spcBef>
              <a:spcAft>
                <a:spcPts val="0"/>
              </a:spcAft>
              <a:buClr>
                <a:schemeClr val="dk1"/>
              </a:buClr>
              <a:buSzPts val="2200"/>
              <a:buFont typeface="Inter"/>
              <a:buNone/>
              <a:defRPr b="1" sz="2200">
                <a:solidFill>
                  <a:schemeClr val="dk1"/>
                </a:solidFill>
                <a:latin typeface="Inter"/>
                <a:ea typeface="Inter"/>
                <a:cs typeface="Inter"/>
                <a:sym typeface="Inter"/>
              </a:defRPr>
            </a:lvl9pPr>
          </a:lstStyle>
          <a:p/>
        </p:txBody>
      </p:sp>
      <p:sp>
        <p:nvSpPr>
          <p:cNvPr id="88" name="Google Shape;88;p19"/>
          <p:cNvSpPr txBox="1"/>
          <p:nvPr>
            <p:ph idx="1" type="subTitle"/>
          </p:nvPr>
        </p:nvSpPr>
        <p:spPr>
          <a:xfrm>
            <a:off x="458275" y="877175"/>
            <a:ext cx="7035300" cy="399300"/>
          </a:xfrm>
          <a:prstGeom prst="rect">
            <a:avLst/>
          </a:prstGeom>
        </p:spPr>
        <p:txBody>
          <a:bodyPr anchorCtr="0" anchor="t" bIns="91425" lIns="0" spcFirstLastPara="1" rIns="91425" wrap="square" tIns="91425">
            <a:noAutofit/>
          </a:bodyPr>
          <a:lstStyle>
            <a:lvl1pPr lvl="0">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age">
  <p:cSld name="CUSTOM_3">
    <p:bg>
      <p:bgPr>
        <a:solidFill>
          <a:schemeClr val="accent2"/>
        </a:solidFill>
      </p:bgPr>
    </p:bg>
    <p:spTree>
      <p:nvGrpSpPr>
        <p:cNvPr id="89" name="Shape 89"/>
        <p:cNvGrpSpPr/>
        <p:nvPr/>
      </p:nvGrpSpPr>
      <p:grpSpPr>
        <a:xfrm>
          <a:off x="0" y="0"/>
          <a:ext cx="0" cy="0"/>
          <a:chOff x="0" y="0"/>
          <a:chExt cx="0" cy="0"/>
        </a:xfrm>
      </p:grpSpPr>
      <p:pic>
        <p:nvPicPr>
          <p:cNvPr id="90" name="Google Shape;90;p20"/>
          <p:cNvPicPr preferRelativeResize="0"/>
          <p:nvPr/>
        </p:nvPicPr>
        <p:blipFill>
          <a:blip r:embed="rId2">
            <a:alphaModFix/>
          </a:blip>
          <a:stretch>
            <a:fillRect/>
          </a:stretch>
        </p:blipFill>
        <p:spPr>
          <a:xfrm>
            <a:off x="3330838" y="4182599"/>
            <a:ext cx="2482326" cy="480625"/>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ght left title only">
  <p:cSld name="Blank White_1_1_1_1_1_1_1_2_1_1_2_6">
    <p:spTree>
      <p:nvGrpSpPr>
        <p:cNvPr id="91" name="Shape 91"/>
        <p:cNvGrpSpPr/>
        <p:nvPr/>
      </p:nvGrpSpPr>
      <p:grpSpPr>
        <a:xfrm>
          <a:off x="0" y="0"/>
          <a:ext cx="0" cy="0"/>
          <a:chOff x="0" y="0"/>
          <a:chExt cx="0" cy="0"/>
        </a:xfrm>
      </p:grpSpPr>
      <p:sp>
        <p:nvSpPr>
          <p:cNvPr id="92" name="Google Shape;92;p21"/>
          <p:cNvSpPr txBox="1"/>
          <p:nvPr>
            <p:ph type="title"/>
          </p:nvPr>
        </p:nvSpPr>
        <p:spPr>
          <a:xfrm>
            <a:off x="685800" y="507132"/>
            <a:ext cx="7236900" cy="810300"/>
          </a:xfrm>
          <a:prstGeom prst="rect">
            <a:avLst/>
          </a:prstGeom>
        </p:spPr>
        <p:txBody>
          <a:bodyPr anchorCtr="0" anchor="t" bIns="0" lIns="0" spcFirstLastPara="1" rIns="0" wrap="square" tIns="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pic>
        <p:nvPicPr>
          <p:cNvPr id="93" name="Google Shape;93;p21"/>
          <p:cNvPicPr preferRelativeResize="0"/>
          <p:nvPr/>
        </p:nvPicPr>
        <p:blipFill rotWithShape="1">
          <a:blip r:embed="rId2">
            <a:alphaModFix/>
          </a:blip>
          <a:srcRect b="30" l="0" r="0" t="30"/>
          <a:stretch/>
        </p:blipFill>
        <p:spPr>
          <a:xfrm>
            <a:off x="8183300" y="4690754"/>
            <a:ext cx="705625" cy="242596"/>
          </a:xfrm>
          <a:prstGeom prst="rect">
            <a:avLst/>
          </a:prstGeom>
          <a:noFill/>
          <a:ln>
            <a:noFill/>
          </a:ln>
        </p:spPr>
      </p:pic>
    </p:spTree>
  </p:cSld>
  <p:clrMapOvr>
    <a:masterClrMapping/>
  </p:clrMapOvr>
  <p:extLst>
    <p:ext uri="{DCECCB84-F9BA-43D5-87BE-67443E8EF086}">
      <p15:sldGuideLst>
        <p15:guide id="1" pos="432">
          <p15:clr>
            <a:srgbClr val="FA7B17"/>
          </p15:clr>
        </p15:guide>
        <p15:guide id="2" orient="horz" pos="522">
          <p15:clr>
            <a:srgbClr val="FA7B17"/>
          </p15:clr>
        </p15:guide>
        <p15:guide id="3" orient="horz" pos="956">
          <p15:clr>
            <a:srgbClr val="FA7B17"/>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dy slide - center aligned - two lines 1">
  <p:cSld name="Blank White_1_1_1_1_1_1_1_2_1_1_1_1">
    <p:spTree>
      <p:nvGrpSpPr>
        <p:cNvPr id="94" name="Shape 94"/>
        <p:cNvGrpSpPr/>
        <p:nvPr/>
      </p:nvGrpSpPr>
      <p:grpSpPr>
        <a:xfrm>
          <a:off x="0" y="0"/>
          <a:ext cx="0" cy="0"/>
          <a:chOff x="0" y="0"/>
          <a:chExt cx="0" cy="0"/>
        </a:xfrm>
      </p:grpSpPr>
      <p:sp>
        <p:nvSpPr>
          <p:cNvPr id="95" name="Google Shape;95;p22"/>
          <p:cNvSpPr txBox="1"/>
          <p:nvPr>
            <p:ph type="title"/>
          </p:nvPr>
        </p:nvSpPr>
        <p:spPr>
          <a:xfrm>
            <a:off x="571500" y="473749"/>
            <a:ext cx="7853100" cy="810300"/>
          </a:xfrm>
          <a:prstGeom prst="rect">
            <a:avLst/>
          </a:prstGeom>
        </p:spPr>
        <p:txBody>
          <a:bodyPr anchorCtr="0" anchor="t" bIns="0" lIns="0" spcFirstLastPara="1" rIns="0" wrap="square" tIns="0">
            <a:normAutofit/>
          </a:bodyPr>
          <a:lstStyle>
            <a:lvl1pPr lvl="0" algn="ctr">
              <a:spcBef>
                <a:spcPts val="0"/>
              </a:spcBef>
              <a:spcAft>
                <a:spcPts val="0"/>
              </a:spcAft>
              <a:buSzPts val="2400"/>
              <a:buFont typeface="Inter ExtraBold"/>
              <a:buNone/>
              <a:defRPr sz="2400">
                <a:latin typeface="Inter ExtraBold"/>
                <a:ea typeface="Inter ExtraBold"/>
                <a:cs typeface="Inter ExtraBold"/>
                <a:sym typeface="Inter ExtraBold"/>
              </a:defRPr>
            </a:lvl1pPr>
            <a:lvl2pPr lvl="1">
              <a:spcBef>
                <a:spcPts val="0"/>
              </a:spcBef>
              <a:spcAft>
                <a:spcPts val="0"/>
              </a:spcAft>
              <a:buSzPts val="2800"/>
              <a:buFont typeface="Inter"/>
              <a:buNone/>
              <a:defRPr>
                <a:latin typeface="Inter"/>
                <a:ea typeface="Inter"/>
                <a:cs typeface="Inter"/>
                <a:sym typeface="Inter"/>
              </a:defRPr>
            </a:lvl2pPr>
            <a:lvl3pPr lvl="2">
              <a:spcBef>
                <a:spcPts val="0"/>
              </a:spcBef>
              <a:spcAft>
                <a:spcPts val="0"/>
              </a:spcAft>
              <a:buSzPts val="2800"/>
              <a:buFont typeface="Inter"/>
              <a:buNone/>
              <a:defRPr>
                <a:latin typeface="Inter"/>
                <a:ea typeface="Inter"/>
                <a:cs typeface="Inter"/>
                <a:sym typeface="Inter"/>
              </a:defRPr>
            </a:lvl3pPr>
            <a:lvl4pPr lvl="3">
              <a:spcBef>
                <a:spcPts val="0"/>
              </a:spcBef>
              <a:spcAft>
                <a:spcPts val="0"/>
              </a:spcAft>
              <a:buSzPts val="2800"/>
              <a:buFont typeface="Inter"/>
              <a:buNone/>
              <a:defRPr>
                <a:latin typeface="Inter"/>
                <a:ea typeface="Inter"/>
                <a:cs typeface="Inter"/>
                <a:sym typeface="Inter"/>
              </a:defRPr>
            </a:lvl4pPr>
            <a:lvl5pPr lvl="4">
              <a:spcBef>
                <a:spcPts val="0"/>
              </a:spcBef>
              <a:spcAft>
                <a:spcPts val="0"/>
              </a:spcAft>
              <a:buSzPts val="2800"/>
              <a:buFont typeface="Inter"/>
              <a:buNone/>
              <a:defRPr>
                <a:latin typeface="Inter"/>
                <a:ea typeface="Inter"/>
                <a:cs typeface="Inter"/>
                <a:sym typeface="Inter"/>
              </a:defRPr>
            </a:lvl5pPr>
            <a:lvl6pPr lvl="5">
              <a:spcBef>
                <a:spcPts val="0"/>
              </a:spcBef>
              <a:spcAft>
                <a:spcPts val="0"/>
              </a:spcAft>
              <a:buSzPts val="2800"/>
              <a:buFont typeface="Inter"/>
              <a:buNone/>
              <a:defRPr>
                <a:latin typeface="Inter"/>
                <a:ea typeface="Inter"/>
                <a:cs typeface="Inter"/>
                <a:sym typeface="Inter"/>
              </a:defRPr>
            </a:lvl6pPr>
            <a:lvl7pPr lvl="6">
              <a:spcBef>
                <a:spcPts val="0"/>
              </a:spcBef>
              <a:spcAft>
                <a:spcPts val="0"/>
              </a:spcAft>
              <a:buSzPts val="2800"/>
              <a:buFont typeface="Inter"/>
              <a:buNone/>
              <a:defRPr>
                <a:latin typeface="Inter"/>
                <a:ea typeface="Inter"/>
                <a:cs typeface="Inter"/>
                <a:sym typeface="Inter"/>
              </a:defRPr>
            </a:lvl7pPr>
            <a:lvl8pPr lvl="7">
              <a:spcBef>
                <a:spcPts val="0"/>
              </a:spcBef>
              <a:spcAft>
                <a:spcPts val="0"/>
              </a:spcAft>
              <a:buSzPts val="2800"/>
              <a:buFont typeface="Inter"/>
              <a:buNone/>
              <a:defRPr>
                <a:latin typeface="Inter"/>
                <a:ea typeface="Inter"/>
                <a:cs typeface="Inter"/>
                <a:sym typeface="Inter"/>
              </a:defRPr>
            </a:lvl8pPr>
            <a:lvl9pPr lvl="8">
              <a:spcBef>
                <a:spcPts val="0"/>
              </a:spcBef>
              <a:spcAft>
                <a:spcPts val="0"/>
              </a:spcAft>
              <a:buSzPts val="2800"/>
              <a:buFont typeface="Inter"/>
              <a:buNone/>
              <a:defRPr>
                <a:latin typeface="Inter"/>
                <a:ea typeface="Inter"/>
                <a:cs typeface="Inter"/>
                <a:sym typeface="Inter"/>
              </a:defRPr>
            </a:lvl9pPr>
          </a:lstStyle>
          <a:p/>
        </p:txBody>
      </p:sp>
      <p:sp>
        <p:nvSpPr>
          <p:cNvPr id="96" name="Google Shape;96;p22"/>
          <p:cNvSpPr txBox="1"/>
          <p:nvPr>
            <p:ph idx="1" type="subTitle"/>
          </p:nvPr>
        </p:nvSpPr>
        <p:spPr>
          <a:xfrm>
            <a:off x="1402050" y="1284056"/>
            <a:ext cx="6192000" cy="362100"/>
          </a:xfrm>
          <a:prstGeom prst="rect">
            <a:avLst/>
          </a:prstGeom>
        </p:spPr>
        <p:txBody>
          <a:bodyPr anchorCtr="0" anchor="t" bIns="0" lIns="0" spcFirstLastPara="1" rIns="0" wrap="square" tIns="0">
            <a:normAutofit/>
          </a:bodyPr>
          <a:lstStyle>
            <a:lvl1pPr lvl="0" algn="ctr">
              <a:lnSpc>
                <a:spcPct val="115000"/>
              </a:lnSpc>
              <a:spcBef>
                <a:spcPts val="0"/>
              </a:spcBef>
              <a:spcAft>
                <a:spcPts val="0"/>
              </a:spcAft>
              <a:buSzPts val="1800"/>
              <a:buFont typeface="Inter"/>
              <a:buNone/>
              <a:defRPr>
                <a:latin typeface="Inter"/>
                <a:ea typeface="Inter"/>
                <a:cs typeface="Inter"/>
                <a:sym typeface="Inter"/>
              </a:defRPr>
            </a:lvl1pPr>
            <a:lvl2pPr lvl="1">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nSpc>
                <a:spcPct val="115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pic>
        <p:nvPicPr>
          <p:cNvPr id="97" name="Google Shape;97;p22"/>
          <p:cNvPicPr preferRelativeResize="0"/>
          <p:nvPr/>
        </p:nvPicPr>
        <p:blipFill rotWithShape="1">
          <a:blip r:embed="rId2">
            <a:alphaModFix/>
          </a:blip>
          <a:srcRect b="30" l="0" r="0" t="30"/>
          <a:stretch/>
        </p:blipFill>
        <p:spPr>
          <a:xfrm>
            <a:off x="8183300" y="4690754"/>
            <a:ext cx="705625" cy="242596"/>
          </a:xfrm>
          <a:prstGeom prst="rect">
            <a:avLst/>
          </a:prstGeom>
          <a:noFill/>
          <a:ln>
            <a:noFill/>
          </a:ln>
        </p:spPr>
      </p:pic>
    </p:spTree>
  </p:cSld>
  <p:clrMapOvr>
    <a:masterClrMapping/>
  </p:clrMapOvr>
  <p:extLst>
    <p:ext uri="{DCECCB84-F9BA-43D5-87BE-67443E8EF086}">
      <p15:sldGuideLst>
        <p15:guide id="1" pos="360">
          <p15:clr>
            <a:srgbClr val="FA7B17"/>
          </p15:clr>
        </p15:guide>
        <p15:guide id="2" orient="horz" pos="482">
          <p15:clr>
            <a:srgbClr val="FA7B17"/>
          </p15:clr>
        </p15:guide>
        <p15:guide id="3" orient="horz" pos="978">
          <p15:clr>
            <a:srgbClr val="FA7B17"/>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yellow">
  <p:cSld name="CUSTOM_2_1_1">
    <p:bg>
      <p:bgPr>
        <a:solidFill>
          <a:schemeClr val="accent5"/>
        </a:solidFill>
      </p:bgPr>
    </p:bg>
    <p:spTree>
      <p:nvGrpSpPr>
        <p:cNvPr id="98" name="Shape 98"/>
        <p:cNvGrpSpPr/>
        <p:nvPr/>
      </p:nvGrpSpPr>
      <p:grpSpPr>
        <a:xfrm>
          <a:off x="0" y="0"/>
          <a:ext cx="0" cy="0"/>
          <a:chOff x="0" y="0"/>
          <a:chExt cx="0" cy="0"/>
        </a:xfrm>
      </p:grpSpPr>
      <p:pic>
        <p:nvPicPr>
          <p:cNvPr id="99" name="Google Shape;99;p23"/>
          <p:cNvPicPr preferRelativeResize="0"/>
          <p:nvPr/>
        </p:nvPicPr>
        <p:blipFill>
          <a:blip r:embed="rId2">
            <a:alphaModFix/>
          </a:blip>
          <a:stretch>
            <a:fillRect/>
          </a:stretch>
        </p:blipFill>
        <p:spPr>
          <a:xfrm>
            <a:off x="8435923" y="4863300"/>
            <a:ext cx="555976" cy="191125"/>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ink">
  <p:cSld name="CUSTOM_2_1_2">
    <p:bg>
      <p:bgPr>
        <a:solidFill>
          <a:schemeClr val="accent3"/>
        </a:solidFill>
      </p:bgPr>
    </p:bg>
    <p:spTree>
      <p:nvGrpSpPr>
        <p:cNvPr id="100" name="Shape 100"/>
        <p:cNvGrpSpPr/>
        <p:nvPr/>
      </p:nvGrpSpPr>
      <p:grpSpPr>
        <a:xfrm>
          <a:off x="0" y="0"/>
          <a:ext cx="0" cy="0"/>
          <a:chOff x="0" y="0"/>
          <a:chExt cx="0" cy="0"/>
        </a:xfrm>
      </p:grpSpPr>
      <p:pic>
        <p:nvPicPr>
          <p:cNvPr id="101" name="Google Shape;101;p24"/>
          <p:cNvPicPr preferRelativeResize="0"/>
          <p:nvPr/>
        </p:nvPicPr>
        <p:blipFill>
          <a:blip r:embed="rId2">
            <a:alphaModFix/>
          </a:blip>
          <a:stretch>
            <a:fillRect/>
          </a:stretch>
        </p:blipFill>
        <p:spPr>
          <a:xfrm>
            <a:off x="8435923" y="4863300"/>
            <a:ext cx="555976" cy="191125"/>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ft-aligned photo">
  <p:cSld name="BLANK_4_3">
    <p:spTree>
      <p:nvGrpSpPr>
        <p:cNvPr id="102" name="Shape 102"/>
        <p:cNvGrpSpPr/>
        <p:nvPr/>
      </p:nvGrpSpPr>
      <p:grpSpPr>
        <a:xfrm>
          <a:off x="0" y="0"/>
          <a:ext cx="0" cy="0"/>
          <a:chOff x="0" y="0"/>
          <a:chExt cx="0" cy="0"/>
        </a:xfrm>
      </p:grpSpPr>
      <p:pic>
        <p:nvPicPr>
          <p:cNvPr id="103" name="Google Shape;103;p25"/>
          <p:cNvPicPr preferRelativeResize="0"/>
          <p:nvPr/>
        </p:nvPicPr>
        <p:blipFill>
          <a:blip r:embed="rId2">
            <a:alphaModFix/>
          </a:blip>
          <a:stretch>
            <a:fillRect/>
          </a:stretch>
        </p:blipFill>
        <p:spPr>
          <a:xfrm>
            <a:off x="8435923" y="4863300"/>
            <a:ext cx="555976" cy="191125"/>
          </a:xfrm>
          <a:prstGeom prst="rect">
            <a:avLst/>
          </a:prstGeom>
          <a:noFill/>
          <a:ln>
            <a:noFill/>
          </a:ln>
        </p:spPr>
      </p:pic>
      <p:sp>
        <p:nvSpPr>
          <p:cNvPr id="104" name="Google Shape;104;p25"/>
          <p:cNvSpPr txBox="1"/>
          <p:nvPr>
            <p:ph type="title"/>
          </p:nvPr>
        </p:nvSpPr>
        <p:spPr>
          <a:xfrm>
            <a:off x="4192650" y="357875"/>
            <a:ext cx="4176600" cy="472800"/>
          </a:xfrm>
          <a:prstGeom prst="rect">
            <a:avLst/>
          </a:prstGeom>
        </p:spPr>
        <p:txBody>
          <a:bodyPr anchorCtr="0" anchor="t" bIns="91425" lIns="0" spcFirstLastPara="1" rIns="91425" wrap="square" tIns="91425">
            <a:noAutofit/>
          </a:bodyPr>
          <a:lstStyle>
            <a:lvl1pPr lvl="0">
              <a:spcBef>
                <a:spcPts val="0"/>
              </a:spcBef>
              <a:spcAft>
                <a:spcPts val="0"/>
              </a:spcAft>
              <a:buSzPts val="2200"/>
              <a:buFont typeface="Inter"/>
              <a:buNone/>
              <a:defRPr b="1" sz="2200">
                <a:latin typeface="Inter"/>
                <a:ea typeface="Inter"/>
                <a:cs typeface="Inter"/>
                <a:sym typeface="Inter"/>
              </a:defRPr>
            </a:lvl1pPr>
            <a:lvl2pPr lvl="1">
              <a:spcBef>
                <a:spcPts val="0"/>
              </a:spcBef>
              <a:spcAft>
                <a:spcPts val="0"/>
              </a:spcAft>
              <a:buSzPts val="2200"/>
              <a:buFont typeface="Inter"/>
              <a:buNone/>
              <a:defRPr b="1" sz="2200">
                <a:latin typeface="Inter"/>
                <a:ea typeface="Inter"/>
                <a:cs typeface="Inter"/>
                <a:sym typeface="Inter"/>
              </a:defRPr>
            </a:lvl2pPr>
            <a:lvl3pPr lvl="2">
              <a:spcBef>
                <a:spcPts val="0"/>
              </a:spcBef>
              <a:spcAft>
                <a:spcPts val="0"/>
              </a:spcAft>
              <a:buSzPts val="2200"/>
              <a:buFont typeface="Inter"/>
              <a:buNone/>
              <a:defRPr b="1" sz="2200">
                <a:latin typeface="Inter"/>
                <a:ea typeface="Inter"/>
                <a:cs typeface="Inter"/>
                <a:sym typeface="Inter"/>
              </a:defRPr>
            </a:lvl3pPr>
            <a:lvl4pPr lvl="3">
              <a:spcBef>
                <a:spcPts val="0"/>
              </a:spcBef>
              <a:spcAft>
                <a:spcPts val="0"/>
              </a:spcAft>
              <a:buSzPts val="2200"/>
              <a:buFont typeface="Inter"/>
              <a:buNone/>
              <a:defRPr b="1" sz="2200">
                <a:latin typeface="Inter"/>
                <a:ea typeface="Inter"/>
                <a:cs typeface="Inter"/>
                <a:sym typeface="Inter"/>
              </a:defRPr>
            </a:lvl4pPr>
            <a:lvl5pPr lvl="4">
              <a:spcBef>
                <a:spcPts val="0"/>
              </a:spcBef>
              <a:spcAft>
                <a:spcPts val="0"/>
              </a:spcAft>
              <a:buSzPts val="2200"/>
              <a:buFont typeface="Inter"/>
              <a:buNone/>
              <a:defRPr b="1" sz="2200">
                <a:latin typeface="Inter"/>
                <a:ea typeface="Inter"/>
                <a:cs typeface="Inter"/>
                <a:sym typeface="Inter"/>
              </a:defRPr>
            </a:lvl5pPr>
            <a:lvl6pPr lvl="5">
              <a:spcBef>
                <a:spcPts val="0"/>
              </a:spcBef>
              <a:spcAft>
                <a:spcPts val="0"/>
              </a:spcAft>
              <a:buSzPts val="2200"/>
              <a:buFont typeface="Inter"/>
              <a:buNone/>
              <a:defRPr b="1" sz="2200">
                <a:latin typeface="Inter"/>
                <a:ea typeface="Inter"/>
                <a:cs typeface="Inter"/>
                <a:sym typeface="Inter"/>
              </a:defRPr>
            </a:lvl6pPr>
            <a:lvl7pPr lvl="6">
              <a:spcBef>
                <a:spcPts val="0"/>
              </a:spcBef>
              <a:spcAft>
                <a:spcPts val="0"/>
              </a:spcAft>
              <a:buSzPts val="2200"/>
              <a:buFont typeface="Inter"/>
              <a:buNone/>
              <a:defRPr b="1" sz="2200">
                <a:latin typeface="Inter"/>
                <a:ea typeface="Inter"/>
                <a:cs typeface="Inter"/>
                <a:sym typeface="Inter"/>
              </a:defRPr>
            </a:lvl7pPr>
            <a:lvl8pPr lvl="7">
              <a:spcBef>
                <a:spcPts val="0"/>
              </a:spcBef>
              <a:spcAft>
                <a:spcPts val="0"/>
              </a:spcAft>
              <a:buSzPts val="2200"/>
              <a:buFont typeface="Inter"/>
              <a:buNone/>
              <a:defRPr b="1" sz="2200">
                <a:latin typeface="Inter"/>
                <a:ea typeface="Inter"/>
                <a:cs typeface="Inter"/>
                <a:sym typeface="Inter"/>
              </a:defRPr>
            </a:lvl8pPr>
            <a:lvl9pPr lvl="8">
              <a:spcBef>
                <a:spcPts val="0"/>
              </a:spcBef>
              <a:spcAft>
                <a:spcPts val="0"/>
              </a:spcAft>
              <a:buSzPts val="2200"/>
              <a:buFont typeface="Inter"/>
              <a:buNone/>
              <a:defRPr b="1" sz="2200">
                <a:latin typeface="Inter"/>
                <a:ea typeface="Inter"/>
                <a:cs typeface="Inter"/>
                <a:sym typeface="Inter"/>
              </a:defRPr>
            </a:lvl9pPr>
          </a:lstStyle>
          <a:p/>
        </p:txBody>
      </p:sp>
      <p:sp>
        <p:nvSpPr>
          <p:cNvPr id="105" name="Google Shape;105;p25"/>
          <p:cNvSpPr txBox="1"/>
          <p:nvPr>
            <p:ph idx="1" type="subTitle"/>
          </p:nvPr>
        </p:nvSpPr>
        <p:spPr>
          <a:xfrm>
            <a:off x="4192650" y="766550"/>
            <a:ext cx="3013200" cy="1349700"/>
          </a:xfrm>
          <a:prstGeom prst="rect">
            <a:avLst/>
          </a:prstGeom>
        </p:spPr>
        <p:txBody>
          <a:bodyPr anchorCtr="0" anchor="t" bIns="91425" lIns="0" spcFirstLastPara="1" rIns="91425" wrap="square" tIns="91425">
            <a:noAutofit/>
          </a:bodyPr>
          <a:lstStyle>
            <a:lvl1pPr lvl="0">
              <a:spcBef>
                <a:spcPts val="0"/>
              </a:spcBef>
              <a:spcAft>
                <a:spcPts val="0"/>
              </a:spcAft>
              <a:buClr>
                <a:schemeClr val="dk1"/>
              </a:buClr>
              <a:buSzPts val="1400"/>
              <a:buFont typeface="Inter"/>
              <a:buNone/>
              <a:defRPr sz="1400">
                <a:solidFill>
                  <a:schemeClr val="dk1"/>
                </a:solidFill>
                <a:latin typeface="Inter"/>
                <a:ea typeface="Inter"/>
                <a:cs typeface="Inter"/>
                <a:sym typeface="Inter"/>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divider - teal B">
  <p:cSld name="CUSTOM_9_1_1">
    <p:bg>
      <p:bgPr>
        <a:solidFill>
          <a:schemeClr val="accent1"/>
        </a:solidFill>
      </p:bgPr>
    </p:bg>
    <p:spTree>
      <p:nvGrpSpPr>
        <p:cNvPr id="106" name="Shape 106"/>
        <p:cNvGrpSpPr/>
        <p:nvPr/>
      </p:nvGrpSpPr>
      <p:grpSpPr>
        <a:xfrm>
          <a:off x="0" y="0"/>
          <a:ext cx="0" cy="0"/>
          <a:chOff x="0" y="0"/>
          <a:chExt cx="0" cy="0"/>
        </a:xfrm>
      </p:grpSpPr>
      <p:pic>
        <p:nvPicPr>
          <p:cNvPr id="107" name="Google Shape;107;p26" title="teal-1.png"/>
          <p:cNvPicPr preferRelativeResize="0"/>
          <p:nvPr/>
        </p:nvPicPr>
        <p:blipFill rotWithShape="1">
          <a:blip r:embed="rId2">
            <a:alphaModFix/>
          </a:blip>
          <a:srcRect b="25628" l="16721" r="45371" t="0"/>
          <a:stretch/>
        </p:blipFill>
        <p:spPr>
          <a:xfrm>
            <a:off x="5166100" y="753625"/>
            <a:ext cx="3977902" cy="4389875"/>
          </a:xfrm>
          <a:prstGeom prst="rect">
            <a:avLst/>
          </a:prstGeom>
          <a:noFill/>
          <a:ln>
            <a:noFill/>
          </a:ln>
        </p:spPr>
      </p:pic>
      <p:pic>
        <p:nvPicPr>
          <p:cNvPr id="108" name="Google Shape;108;p26"/>
          <p:cNvPicPr preferRelativeResize="0"/>
          <p:nvPr/>
        </p:nvPicPr>
        <p:blipFill>
          <a:blip r:embed="rId3">
            <a:alphaModFix/>
          </a:blip>
          <a:stretch>
            <a:fillRect/>
          </a:stretch>
        </p:blipFill>
        <p:spPr>
          <a:xfrm>
            <a:off x="8435923" y="4863300"/>
            <a:ext cx="555976" cy="191125"/>
          </a:xfrm>
          <a:prstGeom prst="rect">
            <a:avLst/>
          </a:prstGeom>
          <a:noFill/>
          <a:ln>
            <a:noFill/>
          </a:ln>
        </p:spPr>
      </p:pic>
      <p:sp>
        <p:nvSpPr>
          <p:cNvPr id="109" name="Google Shape;109;p26"/>
          <p:cNvSpPr txBox="1"/>
          <p:nvPr>
            <p:ph type="title"/>
          </p:nvPr>
        </p:nvSpPr>
        <p:spPr>
          <a:xfrm>
            <a:off x="975875" y="1664925"/>
            <a:ext cx="4365000" cy="1813800"/>
          </a:xfrm>
          <a:prstGeom prst="rect">
            <a:avLst/>
          </a:prstGeom>
        </p:spPr>
        <p:txBody>
          <a:bodyPr anchorCtr="0" anchor="ctr" bIns="91425" lIns="0" spcFirstLastPara="1" rIns="91425" wrap="square" tIns="91425">
            <a:normAutofit/>
          </a:bodyPr>
          <a:lstStyle>
            <a:lvl1pPr lvl="0">
              <a:spcBef>
                <a:spcPts val="0"/>
              </a:spcBef>
              <a:spcAft>
                <a:spcPts val="0"/>
              </a:spcAft>
              <a:buClr>
                <a:srgbClr val="1C1E23"/>
              </a:buClr>
              <a:buSzPts val="3400"/>
              <a:buFont typeface="Inter ExtraBold"/>
              <a:buNone/>
              <a:defRPr sz="3400">
                <a:solidFill>
                  <a:srgbClr val="1C1E23"/>
                </a:solidFill>
                <a:latin typeface="Inter ExtraBold"/>
                <a:ea typeface="Inter ExtraBold"/>
                <a:cs typeface="Inter ExtraBold"/>
                <a:sym typeface="Inter ExtraBold"/>
              </a:defRPr>
            </a:lvl1pPr>
            <a:lvl2pPr lvl="1">
              <a:spcBef>
                <a:spcPts val="0"/>
              </a:spcBef>
              <a:spcAft>
                <a:spcPts val="0"/>
              </a:spcAft>
              <a:buClr>
                <a:schemeClr val="lt1"/>
              </a:buClr>
              <a:buSzPts val="3400"/>
              <a:buFont typeface="Inter Black"/>
              <a:buNone/>
              <a:defRPr sz="3400">
                <a:solidFill>
                  <a:schemeClr val="lt1"/>
                </a:solidFill>
                <a:latin typeface="Inter Black"/>
                <a:ea typeface="Inter Black"/>
                <a:cs typeface="Inter Black"/>
                <a:sym typeface="Inter Black"/>
              </a:defRPr>
            </a:lvl2pPr>
            <a:lvl3pPr lvl="2">
              <a:spcBef>
                <a:spcPts val="0"/>
              </a:spcBef>
              <a:spcAft>
                <a:spcPts val="0"/>
              </a:spcAft>
              <a:buClr>
                <a:schemeClr val="lt1"/>
              </a:buClr>
              <a:buSzPts val="3400"/>
              <a:buFont typeface="Inter Black"/>
              <a:buNone/>
              <a:defRPr sz="3400">
                <a:solidFill>
                  <a:schemeClr val="lt1"/>
                </a:solidFill>
                <a:latin typeface="Inter Black"/>
                <a:ea typeface="Inter Black"/>
                <a:cs typeface="Inter Black"/>
                <a:sym typeface="Inter Black"/>
              </a:defRPr>
            </a:lvl3pPr>
            <a:lvl4pPr lvl="3">
              <a:spcBef>
                <a:spcPts val="0"/>
              </a:spcBef>
              <a:spcAft>
                <a:spcPts val="0"/>
              </a:spcAft>
              <a:buClr>
                <a:schemeClr val="lt1"/>
              </a:buClr>
              <a:buSzPts val="3400"/>
              <a:buFont typeface="Inter Black"/>
              <a:buNone/>
              <a:defRPr sz="3400">
                <a:solidFill>
                  <a:schemeClr val="lt1"/>
                </a:solidFill>
                <a:latin typeface="Inter Black"/>
                <a:ea typeface="Inter Black"/>
                <a:cs typeface="Inter Black"/>
                <a:sym typeface="Inter Black"/>
              </a:defRPr>
            </a:lvl4pPr>
            <a:lvl5pPr lvl="4">
              <a:spcBef>
                <a:spcPts val="0"/>
              </a:spcBef>
              <a:spcAft>
                <a:spcPts val="0"/>
              </a:spcAft>
              <a:buClr>
                <a:schemeClr val="lt1"/>
              </a:buClr>
              <a:buSzPts val="3400"/>
              <a:buFont typeface="Inter Black"/>
              <a:buNone/>
              <a:defRPr sz="3400">
                <a:solidFill>
                  <a:schemeClr val="lt1"/>
                </a:solidFill>
                <a:latin typeface="Inter Black"/>
                <a:ea typeface="Inter Black"/>
                <a:cs typeface="Inter Black"/>
                <a:sym typeface="Inter Black"/>
              </a:defRPr>
            </a:lvl5pPr>
            <a:lvl6pPr lvl="5">
              <a:spcBef>
                <a:spcPts val="0"/>
              </a:spcBef>
              <a:spcAft>
                <a:spcPts val="0"/>
              </a:spcAft>
              <a:buClr>
                <a:schemeClr val="lt1"/>
              </a:buClr>
              <a:buSzPts val="3400"/>
              <a:buFont typeface="Inter Black"/>
              <a:buNone/>
              <a:defRPr sz="3400">
                <a:solidFill>
                  <a:schemeClr val="lt1"/>
                </a:solidFill>
                <a:latin typeface="Inter Black"/>
                <a:ea typeface="Inter Black"/>
                <a:cs typeface="Inter Black"/>
                <a:sym typeface="Inter Black"/>
              </a:defRPr>
            </a:lvl6pPr>
            <a:lvl7pPr lvl="6">
              <a:spcBef>
                <a:spcPts val="0"/>
              </a:spcBef>
              <a:spcAft>
                <a:spcPts val="0"/>
              </a:spcAft>
              <a:buClr>
                <a:schemeClr val="lt1"/>
              </a:buClr>
              <a:buSzPts val="3400"/>
              <a:buFont typeface="Inter Black"/>
              <a:buNone/>
              <a:defRPr sz="3400">
                <a:solidFill>
                  <a:schemeClr val="lt1"/>
                </a:solidFill>
                <a:latin typeface="Inter Black"/>
                <a:ea typeface="Inter Black"/>
                <a:cs typeface="Inter Black"/>
                <a:sym typeface="Inter Black"/>
              </a:defRPr>
            </a:lvl7pPr>
            <a:lvl8pPr lvl="7">
              <a:spcBef>
                <a:spcPts val="0"/>
              </a:spcBef>
              <a:spcAft>
                <a:spcPts val="0"/>
              </a:spcAft>
              <a:buClr>
                <a:schemeClr val="lt1"/>
              </a:buClr>
              <a:buSzPts val="3400"/>
              <a:buFont typeface="Inter Black"/>
              <a:buNone/>
              <a:defRPr sz="3400">
                <a:solidFill>
                  <a:schemeClr val="lt1"/>
                </a:solidFill>
                <a:latin typeface="Inter Black"/>
                <a:ea typeface="Inter Black"/>
                <a:cs typeface="Inter Black"/>
                <a:sym typeface="Inter Black"/>
              </a:defRPr>
            </a:lvl8pPr>
            <a:lvl9pPr lvl="8">
              <a:spcBef>
                <a:spcPts val="0"/>
              </a:spcBef>
              <a:spcAft>
                <a:spcPts val="0"/>
              </a:spcAft>
              <a:buClr>
                <a:schemeClr val="lt1"/>
              </a:buClr>
              <a:buSzPts val="3400"/>
              <a:buFont typeface="Inter Black"/>
              <a:buNone/>
              <a:defRPr sz="3400">
                <a:solidFill>
                  <a:schemeClr val="lt1"/>
                </a:solidFill>
                <a:latin typeface="Inter Black"/>
                <a:ea typeface="Inter Black"/>
                <a:cs typeface="Inter Black"/>
                <a:sym typeface="Inter Black"/>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divider - blue A">
  <p:cSld name="CUSTOM_9">
    <p:bg>
      <p:bgPr>
        <a:solidFill>
          <a:schemeClr val="accent2"/>
        </a:solidFill>
      </p:bgPr>
    </p:bg>
    <p:spTree>
      <p:nvGrpSpPr>
        <p:cNvPr id="110" name="Shape 110"/>
        <p:cNvGrpSpPr/>
        <p:nvPr/>
      </p:nvGrpSpPr>
      <p:grpSpPr>
        <a:xfrm>
          <a:off x="0" y="0"/>
          <a:ext cx="0" cy="0"/>
          <a:chOff x="0" y="0"/>
          <a:chExt cx="0" cy="0"/>
        </a:xfrm>
      </p:grpSpPr>
      <p:pic>
        <p:nvPicPr>
          <p:cNvPr id="111" name="Google Shape;111;p27" title="blue-1.png"/>
          <p:cNvPicPr preferRelativeResize="0"/>
          <p:nvPr/>
        </p:nvPicPr>
        <p:blipFill rotWithShape="1">
          <a:blip r:embed="rId2">
            <a:alphaModFix/>
          </a:blip>
          <a:srcRect b="25658" l="18389" r="45370" t="37"/>
          <a:stretch/>
        </p:blipFill>
        <p:spPr>
          <a:xfrm>
            <a:off x="5340875" y="753625"/>
            <a:ext cx="3803126" cy="4389875"/>
          </a:xfrm>
          <a:prstGeom prst="rect">
            <a:avLst/>
          </a:prstGeom>
          <a:noFill/>
          <a:ln>
            <a:noFill/>
          </a:ln>
        </p:spPr>
      </p:pic>
      <p:pic>
        <p:nvPicPr>
          <p:cNvPr id="112" name="Google Shape;112;p27"/>
          <p:cNvPicPr preferRelativeResize="0"/>
          <p:nvPr/>
        </p:nvPicPr>
        <p:blipFill>
          <a:blip r:embed="rId3">
            <a:alphaModFix/>
          </a:blip>
          <a:stretch>
            <a:fillRect/>
          </a:stretch>
        </p:blipFill>
        <p:spPr>
          <a:xfrm>
            <a:off x="8443249" y="4865825"/>
            <a:ext cx="548623" cy="188601"/>
          </a:xfrm>
          <a:prstGeom prst="rect">
            <a:avLst/>
          </a:prstGeom>
          <a:noFill/>
          <a:ln>
            <a:noFill/>
          </a:ln>
        </p:spPr>
      </p:pic>
      <p:sp>
        <p:nvSpPr>
          <p:cNvPr id="113" name="Google Shape;113;p27"/>
          <p:cNvSpPr txBox="1"/>
          <p:nvPr>
            <p:ph type="title"/>
          </p:nvPr>
        </p:nvSpPr>
        <p:spPr>
          <a:xfrm>
            <a:off x="975875" y="1664925"/>
            <a:ext cx="4365000" cy="1813800"/>
          </a:xfrm>
          <a:prstGeom prst="rect">
            <a:avLst/>
          </a:prstGeom>
        </p:spPr>
        <p:txBody>
          <a:bodyPr anchorCtr="0" anchor="ctr" bIns="91425" lIns="0" spcFirstLastPara="1" rIns="91425" wrap="square" tIns="91425">
            <a:normAutofit/>
          </a:bodyPr>
          <a:lstStyle>
            <a:lvl1pPr lvl="0">
              <a:spcBef>
                <a:spcPts val="0"/>
              </a:spcBef>
              <a:spcAft>
                <a:spcPts val="0"/>
              </a:spcAft>
              <a:buClr>
                <a:schemeClr val="lt1"/>
              </a:buClr>
              <a:buSzPts val="3400"/>
              <a:buFont typeface="Inter ExtraBold"/>
              <a:buNone/>
              <a:defRPr sz="3400">
                <a:solidFill>
                  <a:schemeClr val="lt1"/>
                </a:solidFill>
                <a:latin typeface="Inter ExtraBold"/>
                <a:ea typeface="Inter ExtraBold"/>
                <a:cs typeface="Inter ExtraBold"/>
                <a:sym typeface="Inter ExtraBold"/>
              </a:defRPr>
            </a:lvl1pPr>
            <a:lvl2pPr lvl="1">
              <a:spcBef>
                <a:spcPts val="0"/>
              </a:spcBef>
              <a:spcAft>
                <a:spcPts val="0"/>
              </a:spcAft>
              <a:buClr>
                <a:schemeClr val="lt1"/>
              </a:buClr>
              <a:buSzPts val="3400"/>
              <a:buFont typeface="Inter Black"/>
              <a:buNone/>
              <a:defRPr sz="3400">
                <a:solidFill>
                  <a:schemeClr val="lt1"/>
                </a:solidFill>
                <a:latin typeface="Inter Black"/>
                <a:ea typeface="Inter Black"/>
                <a:cs typeface="Inter Black"/>
                <a:sym typeface="Inter Black"/>
              </a:defRPr>
            </a:lvl2pPr>
            <a:lvl3pPr lvl="2">
              <a:spcBef>
                <a:spcPts val="0"/>
              </a:spcBef>
              <a:spcAft>
                <a:spcPts val="0"/>
              </a:spcAft>
              <a:buClr>
                <a:schemeClr val="lt1"/>
              </a:buClr>
              <a:buSzPts val="3400"/>
              <a:buFont typeface="Inter Black"/>
              <a:buNone/>
              <a:defRPr sz="3400">
                <a:solidFill>
                  <a:schemeClr val="lt1"/>
                </a:solidFill>
                <a:latin typeface="Inter Black"/>
                <a:ea typeface="Inter Black"/>
                <a:cs typeface="Inter Black"/>
                <a:sym typeface="Inter Black"/>
              </a:defRPr>
            </a:lvl3pPr>
            <a:lvl4pPr lvl="3">
              <a:spcBef>
                <a:spcPts val="0"/>
              </a:spcBef>
              <a:spcAft>
                <a:spcPts val="0"/>
              </a:spcAft>
              <a:buClr>
                <a:schemeClr val="lt1"/>
              </a:buClr>
              <a:buSzPts val="3400"/>
              <a:buFont typeface="Inter Black"/>
              <a:buNone/>
              <a:defRPr sz="3400">
                <a:solidFill>
                  <a:schemeClr val="lt1"/>
                </a:solidFill>
                <a:latin typeface="Inter Black"/>
                <a:ea typeface="Inter Black"/>
                <a:cs typeface="Inter Black"/>
                <a:sym typeface="Inter Black"/>
              </a:defRPr>
            </a:lvl4pPr>
            <a:lvl5pPr lvl="4">
              <a:spcBef>
                <a:spcPts val="0"/>
              </a:spcBef>
              <a:spcAft>
                <a:spcPts val="0"/>
              </a:spcAft>
              <a:buClr>
                <a:schemeClr val="lt1"/>
              </a:buClr>
              <a:buSzPts val="3400"/>
              <a:buFont typeface="Inter Black"/>
              <a:buNone/>
              <a:defRPr sz="3400">
                <a:solidFill>
                  <a:schemeClr val="lt1"/>
                </a:solidFill>
                <a:latin typeface="Inter Black"/>
                <a:ea typeface="Inter Black"/>
                <a:cs typeface="Inter Black"/>
                <a:sym typeface="Inter Black"/>
              </a:defRPr>
            </a:lvl5pPr>
            <a:lvl6pPr lvl="5">
              <a:spcBef>
                <a:spcPts val="0"/>
              </a:spcBef>
              <a:spcAft>
                <a:spcPts val="0"/>
              </a:spcAft>
              <a:buClr>
                <a:schemeClr val="lt1"/>
              </a:buClr>
              <a:buSzPts val="3400"/>
              <a:buFont typeface="Inter Black"/>
              <a:buNone/>
              <a:defRPr sz="3400">
                <a:solidFill>
                  <a:schemeClr val="lt1"/>
                </a:solidFill>
                <a:latin typeface="Inter Black"/>
                <a:ea typeface="Inter Black"/>
                <a:cs typeface="Inter Black"/>
                <a:sym typeface="Inter Black"/>
              </a:defRPr>
            </a:lvl6pPr>
            <a:lvl7pPr lvl="6">
              <a:spcBef>
                <a:spcPts val="0"/>
              </a:spcBef>
              <a:spcAft>
                <a:spcPts val="0"/>
              </a:spcAft>
              <a:buClr>
                <a:schemeClr val="lt1"/>
              </a:buClr>
              <a:buSzPts val="3400"/>
              <a:buFont typeface="Inter Black"/>
              <a:buNone/>
              <a:defRPr sz="3400">
                <a:solidFill>
                  <a:schemeClr val="lt1"/>
                </a:solidFill>
                <a:latin typeface="Inter Black"/>
                <a:ea typeface="Inter Black"/>
                <a:cs typeface="Inter Black"/>
                <a:sym typeface="Inter Black"/>
              </a:defRPr>
            </a:lvl7pPr>
            <a:lvl8pPr lvl="7">
              <a:spcBef>
                <a:spcPts val="0"/>
              </a:spcBef>
              <a:spcAft>
                <a:spcPts val="0"/>
              </a:spcAft>
              <a:buClr>
                <a:schemeClr val="lt1"/>
              </a:buClr>
              <a:buSzPts val="3400"/>
              <a:buFont typeface="Inter Black"/>
              <a:buNone/>
              <a:defRPr sz="3400">
                <a:solidFill>
                  <a:schemeClr val="lt1"/>
                </a:solidFill>
                <a:latin typeface="Inter Black"/>
                <a:ea typeface="Inter Black"/>
                <a:cs typeface="Inter Black"/>
                <a:sym typeface="Inter Black"/>
              </a:defRPr>
            </a:lvl8pPr>
            <a:lvl9pPr lvl="8">
              <a:spcBef>
                <a:spcPts val="0"/>
              </a:spcBef>
              <a:spcAft>
                <a:spcPts val="0"/>
              </a:spcAft>
              <a:buClr>
                <a:schemeClr val="lt1"/>
              </a:buClr>
              <a:buSzPts val="3400"/>
              <a:buFont typeface="Inter Black"/>
              <a:buNone/>
              <a:defRPr sz="3400">
                <a:solidFill>
                  <a:schemeClr val="lt1"/>
                </a:solidFill>
                <a:latin typeface="Inter Black"/>
                <a:ea typeface="Inter Black"/>
                <a:cs typeface="Inter Black"/>
                <a:sym typeface="Inter Black"/>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divider - dev blue B">
  <p:cSld name="CUSTOM_9_2_1">
    <p:bg>
      <p:bgPr>
        <a:solidFill>
          <a:srgbClr val="101C3F"/>
        </a:solidFill>
      </p:bgPr>
    </p:bg>
    <p:spTree>
      <p:nvGrpSpPr>
        <p:cNvPr id="114" name="Shape 114"/>
        <p:cNvGrpSpPr/>
        <p:nvPr/>
      </p:nvGrpSpPr>
      <p:grpSpPr>
        <a:xfrm>
          <a:off x="0" y="0"/>
          <a:ext cx="0" cy="0"/>
          <a:chOff x="0" y="0"/>
          <a:chExt cx="0" cy="0"/>
        </a:xfrm>
      </p:grpSpPr>
      <p:pic>
        <p:nvPicPr>
          <p:cNvPr id="115" name="Google Shape;115;p28"/>
          <p:cNvPicPr preferRelativeResize="0"/>
          <p:nvPr/>
        </p:nvPicPr>
        <p:blipFill>
          <a:blip r:embed="rId2">
            <a:alphaModFix/>
          </a:blip>
          <a:stretch>
            <a:fillRect/>
          </a:stretch>
        </p:blipFill>
        <p:spPr>
          <a:xfrm>
            <a:off x="8443249" y="4865825"/>
            <a:ext cx="548623" cy="188601"/>
          </a:xfrm>
          <a:prstGeom prst="rect">
            <a:avLst/>
          </a:prstGeom>
          <a:noFill/>
          <a:ln>
            <a:noFill/>
          </a:ln>
        </p:spPr>
      </p:pic>
      <p:sp>
        <p:nvSpPr>
          <p:cNvPr id="116" name="Google Shape;116;p28"/>
          <p:cNvSpPr txBox="1"/>
          <p:nvPr>
            <p:ph type="title"/>
          </p:nvPr>
        </p:nvSpPr>
        <p:spPr>
          <a:xfrm>
            <a:off x="975875" y="1664925"/>
            <a:ext cx="4365000" cy="1813800"/>
          </a:xfrm>
          <a:prstGeom prst="rect">
            <a:avLst/>
          </a:prstGeom>
        </p:spPr>
        <p:txBody>
          <a:bodyPr anchorCtr="0" anchor="ctr" bIns="91425" lIns="0" spcFirstLastPara="1" rIns="91425" wrap="square" tIns="91425">
            <a:normAutofit/>
          </a:bodyPr>
          <a:lstStyle>
            <a:lvl1pPr lvl="0">
              <a:spcBef>
                <a:spcPts val="0"/>
              </a:spcBef>
              <a:spcAft>
                <a:spcPts val="0"/>
              </a:spcAft>
              <a:buClr>
                <a:schemeClr val="lt1"/>
              </a:buClr>
              <a:buSzPts val="3400"/>
              <a:buFont typeface="Inter ExtraBold"/>
              <a:buNone/>
              <a:defRPr sz="3400">
                <a:solidFill>
                  <a:schemeClr val="lt1"/>
                </a:solidFill>
                <a:latin typeface="Inter ExtraBold"/>
                <a:ea typeface="Inter ExtraBold"/>
                <a:cs typeface="Inter ExtraBold"/>
                <a:sym typeface="Inter ExtraBold"/>
              </a:defRPr>
            </a:lvl1pPr>
            <a:lvl2pPr lvl="1">
              <a:spcBef>
                <a:spcPts val="0"/>
              </a:spcBef>
              <a:spcAft>
                <a:spcPts val="0"/>
              </a:spcAft>
              <a:buClr>
                <a:schemeClr val="lt1"/>
              </a:buClr>
              <a:buSzPts val="3400"/>
              <a:buFont typeface="Inter Black"/>
              <a:buNone/>
              <a:defRPr sz="3400">
                <a:solidFill>
                  <a:schemeClr val="lt1"/>
                </a:solidFill>
                <a:latin typeface="Inter Black"/>
                <a:ea typeface="Inter Black"/>
                <a:cs typeface="Inter Black"/>
                <a:sym typeface="Inter Black"/>
              </a:defRPr>
            </a:lvl2pPr>
            <a:lvl3pPr lvl="2">
              <a:spcBef>
                <a:spcPts val="0"/>
              </a:spcBef>
              <a:spcAft>
                <a:spcPts val="0"/>
              </a:spcAft>
              <a:buClr>
                <a:schemeClr val="lt1"/>
              </a:buClr>
              <a:buSzPts val="3400"/>
              <a:buFont typeface="Inter Black"/>
              <a:buNone/>
              <a:defRPr sz="3400">
                <a:solidFill>
                  <a:schemeClr val="lt1"/>
                </a:solidFill>
                <a:latin typeface="Inter Black"/>
                <a:ea typeface="Inter Black"/>
                <a:cs typeface="Inter Black"/>
                <a:sym typeface="Inter Black"/>
              </a:defRPr>
            </a:lvl3pPr>
            <a:lvl4pPr lvl="3">
              <a:spcBef>
                <a:spcPts val="0"/>
              </a:spcBef>
              <a:spcAft>
                <a:spcPts val="0"/>
              </a:spcAft>
              <a:buClr>
                <a:schemeClr val="lt1"/>
              </a:buClr>
              <a:buSzPts val="3400"/>
              <a:buFont typeface="Inter Black"/>
              <a:buNone/>
              <a:defRPr sz="3400">
                <a:solidFill>
                  <a:schemeClr val="lt1"/>
                </a:solidFill>
                <a:latin typeface="Inter Black"/>
                <a:ea typeface="Inter Black"/>
                <a:cs typeface="Inter Black"/>
                <a:sym typeface="Inter Black"/>
              </a:defRPr>
            </a:lvl4pPr>
            <a:lvl5pPr lvl="4">
              <a:spcBef>
                <a:spcPts val="0"/>
              </a:spcBef>
              <a:spcAft>
                <a:spcPts val="0"/>
              </a:spcAft>
              <a:buClr>
                <a:schemeClr val="lt1"/>
              </a:buClr>
              <a:buSzPts val="3400"/>
              <a:buFont typeface="Inter Black"/>
              <a:buNone/>
              <a:defRPr sz="3400">
                <a:solidFill>
                  <a:schemeClr val="lt1"/>
                </a:solidFill>
                <a:latin typeface="Inter Black"/>
                <a:ea typeface="Inter Black"/>
                <a:cs typeface="Inter Black"/>
                <a:sym typeface="Inter Black"/>
              </a:defRPr>
            </a:lvl5pPr>
            <a:lvl6pPr lvl="5">
              <a:spcBef>
                <a:spcPts val="0"/>
              </a:spcBef>
              <a:spcAft>
                <a:spcPts val="0"/>
              </a:spcAft>
              <a:buClr>
                <a:schemeClr val="lt1"/>
              </a:buClr>
              <a:buSzPts val="3400"/>
              <a:buFont typeface="Inter Black"/>
              <a:buNone/>
              <a:defRPr sz="3400">
                <a:solidFill>
                  <a:schemeClr val="lt1"/>
                </a:solidFill>
                <a:latin typeface="Inter Black"/>
                <a:ea typeface="Inter Black"/>
                <a:cs typeface="Inter Black"/>
                <a:sym typeface="Inter Black"/>
              </a:defRPr>
            </a:lvl6pPr>
            <a:lvl7pPr lvl="6">
              <a:spcBef>
                <a:spcPts val="0"/>
              </a:spcBef>
              <a:spcAft>
                <a:spcPts val="0"/>
              </a:spcAft>
              <a:buClr>
                <a:schemeClr val="lt1"/>
              </a:buClr>
              <a:buSzPts val="3400"/>
              <a:buFont typeface="Inter Black"/>
              <a:buNone/>
              <a:defRPr sz="3400">
                <a:solidFill>
                  <a:schemeClr val="lt1"/>
                </a:solidFill>
                <a:latin typeface="Inter Black"/>
                <a:ea typeface="Inter Black"/>
                <a:cs typeface="Inter Black"/>
                <a:sym typeface="Inter Black"/>
              </a:defRPr>
            </a:lvl7pPr>
            <a:lvl8pPr lvl="7">
              <a:spcBef>
                <a:spcPts val="0"/>
              </a:spcBef>
              <a:spcAft>
                <a:spcPts val="0"/>
              </a:spcAft>
              <a:buClr>
                <a:schemeClr val="lt1"/>
              </a:buClr>
              <a:buSzPts val="3400"/>
              <a:buFont typeface="Inter Black"/>
              <a:buNone/>
              <a:defRPr sz="3400">
                <a:solidFill>
                  <a:schemeClr val="lt1"/>
                </a:solidFill>
                <a:latin typeface="Inter Black"/>
                <a:ea typeface="Inter Black"/>
                <a:cs typeface="Inter Black"/>
                <a:sym typeface="Inter Black"/>
              </a:defRPr>
            </a:lvl8pPr>
            <a:lvl9pPr lvl="8">
              <a:spcBef>
                <a:spcPts val="0"/>
              </a:spcBef>
              <a:spcAft>
                <a:spcPts val="0"/>
              </a:spcAft>
              <a:buClr>
                <a:schemeClr val="lt1"/>
              </a:buClr>
              <a:buSzPts val="3400"/>
              <a:buFont typeface="Inter Black"/>
              <a:buNone/>
              <a:defRPr sz="3400">
                <a:solidFill>
                  <a:schemeClr val="lt1"/>
                </a:solidFill>
                <a:latin typeface="Inter Black"/>
                <a:ea typeface="Inter Black"/>
                <a:cs typeface="Inter Black"/>
                <a:sym typeface="Inter Black"/>
              </a:defRPr>
            </a:lvl9pPr>
          </a:lstStyle>
          <a:p/>
        </p:txBody>
      </p:sp>
      <p:pic>
        <p:nvPicPr>
          <p:cNvPr id="117" name="Google Shape;117;p28" title="devblue-1.png"/>
          <p:cNvPicPr preferRelativeResize="0"/>
          <p:nvPr/>
        </p:nvPicPr>
        <p:blipFill rotWithShape="1">
          <a:blip r:embed="rId3">
            <a:alphaModFix/>
          </a:blip>
          <a:srcRect b="25658" l="0" r="45373" t="37"/>
          <a:stretch/>
        </p:blipFill>
        <p:spPr>
          <a:xfrm>
            <a:off x="3411550" y="753625"/>
            <a:ext cx="5732449" cy="4389875"/>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icon layout">
  <p:cSld name="BLANK_4_4">
    <p:spTree>
      <p:nvGrpSpPr>
        <p:cNvPr id="118" name="Shape 118"/>
        <p:cNvGrpSpPr/>
        <p:nvPr/>
      </p:nvGrpSpPr>
      <p:grpSpPr>
        <a:xfrm>
          <a:off x="0" y="0"/>
          <a:ext cx="0" cy="0"/>
          <a:chOff x="0" y="0"/>
          <a:chExt cx="0" cy="0"/>
        </a:xfrm>
      </p:grpSpPr>
      <p:pic>
        <p:nvPicPr>
          <p:cNvPr id="119" name="Google Shape;119;p29"/>
          <p:cNvPicPr preferRelativeResize="0"/>
          <p:nvPr/>
        </p:nvPicPr>
        <p:blipFill>
          <a:blip r:embed="rId2">
            <a:alphaModFix/>
          </a:blip>
          <a:stretch>
            <a:fillRect/>
          </a:stretch>
        </p:blipFill>
        <p:spPr>
          <a:xfrm>
            <a:off x="8435923" y="4863300"/>
            <a:ext cx="555976" cy="191125"/>
          </a:xfrm>
          <a:prstGeom prst="rect">
            <a:avLst/>
          </a:prstGeom>
          <a:noFill/>
          <a:ln>
            <a:noFill/>
          </a:ln>
        </p:spPr>
      </p:pic>
      <p:sp>
        <p:nvSpPr>
          <p:cNvPr id="120" name="Google Shape;120;p29"/>
          <p:cNvSpPr txBox="1"/>
          <p:nvPr>
            <p:ph type="title"/>
          </p:nvPr>
        </p:nvSpPr>
        <p:spPr>
          <a:xfrm>
            <a:off x="457925" y="2335350"/>
            <a:ext cx="2421000" cy="472800"/>
          </a:xfrm>
          <a:prstGeom prst="rect">
            <a:avLst/>
          </a:prstGeom>
        </p:spPr>
        <p:txBody>
          <a:bodyPr anchorCtr="0" anchor="ctr" bIns="91425" lIns="0" spcFirstLastPara="1" rIns="91425" wrap="square" tIns="91425">
            <a:noAutofit/>
          </a:bodyPr>
          <a:lstStyle>
            <a:lvl1pPr lvl="0">
              <a:spcBef>
                <a:spcPts val="0"/>
              </a:spcBef>
              <a:spcAft>
                <a:spcPts val="0"/>
              </a:spcAft>
              <a:buSzPts val="2200"/>
              <a:buFont typeface="Inter"/>
              <a:buNone/>
              <a:defRPr b="1" sz="2200">
                <a:latin typeface="Inter"/>
                <a:ea typeface="Inter"/>
                <a:cs typeface="Inter"/>
                <a:sym typeface="Inter"/>
              </a:defRPr>
            </a:lvl1pPr>
            <a:lvl2pPr lvl="1">
              <a:spcBef>
                <a:spcPts val="0"/>
              </a:spcBef>
              <a:spcAft>
                <a:spcPts val="0"/>
              </a:spcAft>
              <a:buSzPts val="2200"/>
              <a:buFont typeface="Inter"/>
              <a:buNone/>
              <a:defRPr b="1" sz="2200">
                <a:latin typeface="Inter"/>
                <a:ea typeface="Inter"/>
                <a:cs typeface="Inter"/>
                <a:sym typeface="Inter"/>
              </a:defRPr>
            </a:lvl2pPr>
            <a:lvl3pPr lvl="2">
              <a:spcBef>
                <a:spcPts val="0"/>
              </a:spcBef>
              <a:spcAft>
                <a:spcPts val="0"/>
              </a:spcAft>
              <a:buSzPts val="2200"/>
              <a:buFont typeface="Inter"/>
              <a:buNone/>
              <a:defRPr b="1" sz="2200">
                <a:latin typeface="Inter"/>
                <a:ea typeface="Inter"/>
                <a:cs typeface="Inter"/>
                <a:sym typeface="Inter"/>
              </a:defRPr>
            </a:lvl3pPr>
            <a:lvl4pPr lvl="3">
              <a:spcBef>
                <a:spcPts val="0"/>
              </a:spcBef>
              <a:spcAft>
                <a:spcPts val="0"/>
              </a:spcAft>
              <a:buSzPts val="2200"/>
              <a:buFont typeface="Inter"/>
              <a:buNone/>
              <a:defRPr b="1" sz="2200">
                <a:latin typeface="Inter"/>
                <a:ea typeface="Inter"/>
                <a:cs typeface="Inter"/>
                <a:sym typeface="Inter"/>
              </a:defRPr>
            </a:lvl4pPr>
            <a:lvl5pPr lvl="4">
              <a:spcBef>
                <a:spcPts val="0"/>
              </a:spcBef>
              <a:spcAft>
                <a:spcPts val="0"/>
              </a:spcAft>
              <a:buSzPts val="2200"/>
              <a:buFont typeface="Inter"/>
              <a:buNone/>
              <a:defRPr b="1" sz="2200">
                <a:latin typeface="Inter"/>
                <a:ea typeface="Inter"/>
                <a:cs typeface="Inter"/>
                <a:sym typeface="Inter"/>
              </a:defRPr>
            </a:lvl5pPr>
            <a:lvl6pPr lvl="5">
              <a:spcBef>
                <a:spcPts val="0"/>
              </a:spcBef>
              <a:spcAft>
                <a:spcPts val="0"/>
              </a:spcAft>
              <a:buSzPts val="2200"/>
              <a:buFont typeface="Inter"/>
              <a:buNone/>
              <a:defRPr b="1" sz="2200">
                <a:latin typeface="Inter"/>
                <a:ea typeface="Inter"/>
                <a:cs typeface="Inter"/>
                <a:sym typeface="Inter"/>
              </a:defRPr>
            </a:lvl6pPr>
            <a:lvl7pPr lvl="6">
              <a:spcBef>
                <a:spcPts val="0"/>
              </a:spcBef>
              <a:spcAft>
                <a:spcPts val="0"/>
              </a:spcAft>
              <a:buSzPts val="2200"/>
              <a:buFont typeface="Inter"/>
              <a:buNone/>
              <a:defRPr b="1" sz="2200">
                <a:latin typeface="Inter"/>
                <a:ea typeface="Inter"/>
                <a:cs typeface="Inter"/>
                <a:sym typeface="Inter"/>
              </a:defRPr>
            </a:lvl7pPr>
            <a:lvl8pPr lvl="7">
              <a:spcBef>
                <a:spcPts val="0"/>
              </a:spcBef>
              <a:spcAft>
                <a:spcPts val="0"/>
              </a:spcAft>
              <a:buSzPts val="2200"/>
              <a:buFont typeface="Inter"/>
              <a:buNone/>
              <a:defRPr b="1" sz="2200">
                <a:latin typeface="Inter"/>
                <a:ea typeface="Inter"/>
                <a:cs typeface="Inter"/>
                <a:sym typeface="Inter"/>
              </a:defRPr>
            </a:lvl8pPr>
            <a:lvl9pPr lvl="8">
              <a:spcBef>
                <a:spcPts val="0"/>
              </a:spcBef>
              <a:spcAft>
                <a:spcPts val="0"/>
              </a:spcAft>
              <a:buSzPts val="2200"/>
              <a:buFont typeface="Inter"/>
              <a:buNone/>
              <a:defRPr b="1" sz="2200">
                <a:latin typeface="Inter"/>
                <a:ea typeface="Inter"/>
                <a:cs typeface="Inter"/>
                <a:sym typeface="Inter"/>
              </a:defRPr>
            </a:lvl9pPr>
          </a:lstStyle>
          <a:p/>
        </p:txBody>
      </p:sp>
      <p:sp>
        <p:nvSpPr>
          <p:cNvPr id="121" name="Google Shape;121;p29"/>
          <p:cNvSpPr txBox="1"/>
          <p:nvPr>
            <p:ph idx="1" type="subTitle"/>
          </p:nvPr>
        </p:nvSpPr>
        <p:spPr>
          <a:xfrm>
            <a:off x="3918450" y="1718675"/>
            <a:ext cx="2068800" cy="828600"/>
          </a:xfrm>
          <a:prstGeom prst="rect">
            <a:avLst/>
          </a:prstGeom>
        </p:spPr>
        <p:txBody>
          <a:bodyPr anchorCtr="0" anchor="t" bIns="91425" lIns="0" spcFirstLastPara="1" rIns="91425" wrap="square" tIns="91425">
            <a:noAutofit/>
          </a:bodyPr>
          <a:lstStyle>
            <a:lvl1pPr lvl="0">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1pPr>
            <a:lvl2pPr lvl="1">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2pPr>
            <a:lvl3pPr lvl="2">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3pPr>
            <a:lvl4pPr lvl="3">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4pPr>
            <a:lvl5pPr lvl="4">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5pPr>
            <a:lvl6pPr lvl="5">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6pPr>
            <a:lvl7pPr lvl="6">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7pPr>
            <a:lvl8pPr lvl="7">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8pPr>
            <a:lvl9pPr lvl="8">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9pPr>
          </a:lstStyle>
          <a:p/>
        </p:txBody>
      </p:sp>
      <p:sp>
        <p:nvSpPr>
          <p:cNvPr id="122" name="Google Shape;122;p29"/>
          <p:cNvSpPr txBox="1"/>
          <p:nvPr>
            <p:ph idx="2" type="subTitle"/>
          </p:nvPr>
        </p:nvSpPr>
        <p:spPr>
          <a:xfrm>
            <a:off x="6699150" y="1718675"/>
            <a:ext cx="2068800" cy="828600"/>
          </a:xfrm>
          <a:prstGeom prst="rect">
            <a:avLst/>
          </a:prstGeom>
        </p:spPr>
        <p:txBody>
          <a:bodyPr anchorCtr="0" anchor="t" bIns="91425" lIns="0" spcFirstLastPara="1" rIns="91425" wrap="square" tIns="91425">
            <a:noAutofit/>
          </a:bodyPr>
          <a:lstStyle>
            <a:lvl1pPr lvl="0">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1pPr>
            <a:lvl2pPr lvl="1">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2pPr>
            <a:lvl3pPr lvl="2">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3pPr>
            <a:lvl4pPr lvl="3">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4pPr>
            <a:lvl5pPr lvl="4">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5pPr>
            <a:lvl6pPr lvl="5">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6pPr>
            <a:lvl7pPr lvl="6">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7pPr>
            <a:lvl8pPr lvl="7">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8pPr>
            <a:lvl9pPr lvl="8">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9pPr>
          </a:lstStyle>
          <a:p/>
        </p:txBody>
      </p:sp>
      <p:sp>
        <p:nvSpPr>
          <p:cNvPr id="123" name="Google Shape;123;p29"/>
          <p:cNvSpPr txBox="1"/>
          <p:nvPr>
            <p:ph idx="3" type="subTitle"/>
          </p:nvPr>
        </p:nvSpPr>
        <p:spPr>
          <a:xfrm>
            <a:off x="3918450" y="3638650"/>
            <a:ext cx="2068800" cy="828600"/>
          </a:xfrm>
          <a:prstGeom prst="rect">
            <a:avLst/>
          </a:prstGeom>
        </p:spPr>
        <p:txBody>
          <a:bodyPr anchorCtr="0" anchor="t" bIns="91425" lIns="0" spcFirstLastPara="1" rIns="91425" wrap="square" tIns="91425">
            <a:noAutofit/>
          </a:bodyPr>
          <a:lstStyle>
            <a:lvl1pPr lvl="0">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1pPr>
            <a:lvl2pPr lvl="1">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2pPr>
            <a:lvl3pPr lvl="2">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3pPr>
            <a:lvl4pPr lvl="3">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4pPr>
            <a:lvl5pPr lvl="4">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5pPr>
            <a:lvl6pPr lvl="5">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6pPr>
            <a:lvl7pPr lvl="6">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7pPr>
            <a:lvl8pPr lvl="7">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8pPr>
            <a:lvl9pPr lvl="8">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9pPr>
          </a:lstStyle>
          <a:p/>
        </p:txBody>
      </p:sp>
      <p:sp>
        <p:nvSpPr>
          <p:cNvPr id="124" name="Google Shape;124;p29"/>
          <p:cNvSpPr txBox="1"/>
          <p:nvPr>
            <p:ph idx="4" type="subTitle"/>
          </p:nvPr>
        </p:nvSpPr>
        <p:spPr>
          <a:xfrm>
            <a:off x="6699150" y="3638650"/>
            <a:ext cx="2068800" cy="828600"/>
          </a:xfrm>
          <a:prstGeom prst="rect">
            <a:avLst/>
          </a:prstGeom>
        </p:spPr>
        <p:txBody>
          <a:bodyPr anchorCtr="0" anchor="t" bIns="91425" lIns="0" spcFirstLastPara="1" rIns="91425" wrap="square" tIns="91425">
            <a:noAutofit/>
          </a:bodyPr>
          <a:lstStyle>
            <a:lvl1pPr lvl="0">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1pPr>
            <a:lvl2pPr lvl="1">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2pPr>
            <a:lvl3pPr lvl="2">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3pPr>
            <a:lvl4pPr lvl="3">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4pPr>
            <a:lvl5pPr lvl="4">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5pPr>
            <a:lvl6pPr lvl="5">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6pPr>
            <a:lvl7pPr lvl="6">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7pPr>
            <a:lvl8pPr lvl="7">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8pPr>
            <a:lvl9pPr lvl="8">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9pPr>
          </a:lstStyle>
          <a:p/>
        </p:txBody>
      </p:sp>
      <p:sp>
        <p:nvSpPr>
          <p:cNvPr id="125" name="Google Shape;125;p29"/>
          <p:cNvSpPr txBox="1"/>
          <p:nvPr>
            <p:ph idx="5" type="title"/>
          </p:nvPr>
        </p:nvSpPr>
        <p:spPr>
          <a:xfrm>
            <a:off x="3918450" y="1374575"/>
            <a:ext cx="2006100" cy="490500"/>
          </a:xfrm>
          <a:prstGeom prst="rect">
            <a:avLst/>
          </a:prstGeom>
        </p:spPr>
        <p:txBody>
          <a:bodyPr anchorCtr="0" anchor="ctr" bIns="91425" lIns="0" spcFirstLastPara="1" rIns="91425" wrap="square" tIns="91425">
            <a:normAutofit/>
          </a:bodyPr>
          <a:lstStyle>
            <a:lvl1pPr lvl="0">
              <a:spcBef>
                <a:spcPts val="0"/>
              </a:spcBef>
              <a:spcAft>
                <a:spcPts val="0"/>
              </a:spcAft>
              <a:buSzPts val="1400"/>
              <a:buFont typeface="Inter"/>
              <a:buNone/>
              <a:defRPr b="1" sz="1400">
                <a:latin typeface="Inter"/>
                <a:ea typeface="Inter"/>
                <a:cs typeface="Inter"/>
                <a:sym typeface="Inter"/>
              </a:defRPr>
            </a:lvl1pPr>
            <a:lvl2pPr lvl="1">
              <a:spcBef>
                <a:spcPts val="0"/>
              </a:spcBef>
              <a:spcAft>
                <a:spcPts val="0"/>
              </a:spcAft>
              <a:buSzPts val="2800"/>
              <a:buFont typeface="Inter"/>
              <a:buNone/>
              <a:defRPr b="1">
                <a:latin typeface="Inter"/>
                <a:ea typeface="Inter"/>
                <a:cs typeface="Inter"/>
                <a:sym typeface="Inter"/>
              </a:defRPr>
            </a:lvl2pPr>
            <a:lvl3pPr lvl="2">
              <a:spcBef>
                <a:spcPts val="0"/>
              </a:spcBef>
              <a:spcAft>
                <a:spcPts val="0"/>
              </a:spcAft>
              <a:buSzPts val="2800"/>
              <a:buFont typeface="Inter"/>
              <a:buNone/>
              <a:defRPr b="1">
                <a:latin typeface="Inter"/>
                <a:ea typeface="Inter"/>
                <a:cs typeface="Inter"/>
                <a:sym typeface="Inter"/>
              </a:defRPr>
            </a:lvl3pPr>
            <a:lvl4pPr lvl="3">
              <a:spcBef>
                <a:spcPts val="0"/>
              </a:spcBef>
              <a:spcAft>
                <a:spcPts val="0"/>
              </a:spcAft>
              <a:buSzPts val="2800"/>
              <a:buFont typeface="Inter"/>
              <a:buNone/>
              <a:defRPr b="1">
                <a:latin typeface="Inter"/>
                <a:ea typeface="Inter"/>
                <a:cs typeface="Inter"/>
                <a:sym typeface="Inter"/>
              </a:defRPr>
            </a:lvl4pPr>
            <a:lvl5pPr lvl="4">
              <a:spcBef>
                <a:spcPts val="0"/>
              </a:spcBef>
              <a:spcAft>
                <a:spcPts val="0"/>
              </a:spcAft>
              <a:buSzPts val="2800"/>
              <a:buFont typeface="Inter"/>
              <a:buNone/>
              <a:defRPr b="1">
                <a:latin typeface="Inter"/>
                <a:ea typeface="Inter"/>
                <a:cs typeface="Inter"/>
                <a:sym typeface="Inter"/>
              </a:defRPr>
            </a:lvl5pPr>
            <a:lvl6pPr lvl="5">
              <a:spcBef>
                <a:spcPts val="0"/>
              </a:spcBef>
              <a:spcAft>
                <a:spcPts val="0"/>
              </a:spcAft>
              <a:buSzPts val="2800"/>
              <a:buFont typeface="Inter"/>
              <a:buNone/>
              <a:defRPr b="1">
                <a:latin typeface="Inter"/>
                <a:ea typeface="Inter"/>
                <a:cs typeface="Inter"/>
                <a:sym typeface="Inter"/>
              </a:defRPr>
            </a:lvl6pPr>
            <a:lvl7pPr lvl="6">
              <a:spcBef>
                <a:spcPts val="0"/>
              </a:spcBef>
              <a:spcAft>
                <a:spcPts val="0"/>
              </a:spcAft>
              <a:buSzPts val="2800"/>
              <a:buFont typeface="Inter"/>
              <a:buNone/>
              <a:defRPr b="1">
                <a:latin typeface="Inter"/>
                <a:ea typeface="Inter"/>
                <a:cs typeface="Inter"/>
                <a:sym typeface="Inter"/>
              </a:defRPr>
            </a:lvl7pPr>
            <a:lvl8pPr lvl="7">
              <a:spcBef>
                <a:spcPts val="0"/>
              </a:spcBef>
              <a:spcAft>
                <a:spcPts val="0"/>
              </a:spcAft>
              <a:buSzPts val="2800"/>
              <a:buFont typeface="Inter"/>
              <a:buNone/>
              <a:defRPr b="1">
                <a:latin typeface="Inter"/>
                <a:ea typeface="Inter"/>
                <a:cs typeface="Inter"/>
                <a:sym typeface="Inter"/>
              </a:defRPr>
            </a:lvl8pPr>
            <a:lvl9pPr lvl="8">
              <a:spcBef>
                <a:spcPts val="0"/>
              </a:spcBef>
              <a:spcAft>
                <a:spcPts val="0"/>
              </a:spcAft>
              <a:buSzPts val="2800"/>
              <a:buFont typeface="Inter"/>
              <a:buNone/>
              <a:defRPr b="1">
                <a:latin typeface="Inter"/>
                <a:ea typeface="Inter"/>
                <a:cs typeface="Inter"/>
                <a:sym typeface="Inter"/>
              </a:defRPr>
            </a:lvl9pPr>
          </a:lstStyle>
          <a:p/>
        </p:txBody>
      </p:sp>
      <p:sp>
        <p:nvSpPr>
          <p:cNvPr id="126" name="Google Shape;126;p29"/>
          <p:cNvSpPr txBox="1"/>
          <p:nvPr>
            <p:ph idx="6" type="title"/>
          </p:nvPr>
        </p:nvSpPr>
        <p:spPr>
          <a:xfrm>
            <a:off x="6699150" y="1374575"/>
            <a:ext cx="2006100" cy="490500"/>
          </a:xfrm>
          <a:prstGeom prst="rect">
            <a:avLst/>
          </a:prstGeom>
        </p:spPr>
        <p:txBody>
          <a:bodyPr anchorCtr="0" anchor="ctr" bIns="91425" lIns="0" spcFirstLastPara="1" rIns="91425" wrap="square" tIns="91425">
            <a:normAutofit/>
          </a:bodyPr>
          <a:lstStyle>
            <a:lvl1pPr lvl="0">
              <a:spcBef>
                <a:spcPts val="0"/>
              </a:spcBef>
              <a:spcAft>
                <a:spcPts val="0"/>
              </a:spcAft>
              <a:buSzPts val="1400"/>
              <a:buFont typeface="Inter"/>
              <a:buNone/>
              <a:defRPr b="1" sz="1400">
                <a:latin typeface="Inter"/>
                <a:ea typeface="Inter"/>
                <a:cs typeface="Inter"/>
                <a:sym typeface="Inter"/>
              </a:defRPr>
            </a:lvl1pPr>
            <a:lvl2pPr lvl="1">
              <a:spcBef>
                <a:spcPts val="0"/>
              </a:spcBef>
              <a:spcAft>
                <a:spcPts val="0"/>
              </a:spcAft>
              <a:buSzPts val="2800"/>
              <a:buFont typeface="Inter"/>
              <a:buNone/>
              <a:defRPr b="1">
                <a:latin typeface="Inter"/>
                <a:ea typeface="Inter"/>
                <a:cs typeface="Inter"/>
                <a:sym typeface="Inter"/>
              </a:defRPr>
            </a:lvl2pPr>
            <a:lvl3pPr lvl="2">
              <a:spcBef>
                <a:spcPts val="0"/>
              </a:spcBef>
              <a:spcAft>
                <a:spcPts val="0"/>
              </a:spcAft>
              <a:buSzPts val="2800"/>
              <a:buFont typeface="Inter"/>
              <a:buNone/>
              <a:defRPr b="1">
                <a:latin typeface="Inter"/>
                <a:ea typeface="Inter"/>
                <a:cs typeface="Inter"/>
                <a:sym typeface="Inter"/>
              </a:defRPr>
            </a:lvl3pPr>
            <a:lvl4pPr lvl="3">
              <a:spcBef>
                <a:spcPts val="0"/>
              </a:spcBef>
              <a:spcAft>
                <a:spcPts val="0"/>
              </a:spcAft>
              <a:buSzPts val="2800"/>
              <a:buFont typeface="Inter"/>
              <a:buNone/>
              <a:defRPr b="1">
                <a:latin typeface="Inter"/>
                <a:ea typeface="Inter"/>
                <a:cs typeface="Inter"/>
                <a:sym typeface="Inter"/>
              </a:defRPr>
            </a:lvl4pPr>
            <a:lvl5pPr lvl="4">
              <a:spcBef>
                <a:spcPts val="0"/>
              </a:spcBef>
              <a:spcAft>
                <a:spcPts val="0"/>
              </a:spcAft>
              <a:buSzPts val="2800"/>
              <a:buFont typeface="Inter"/>
              <a:buNone/>
              <a:defRPr b="1">
                <a:latin typeface="Inter"/>
                <a:ea typeface="Inter"/>
                <a:cs typeface="Inter"/>
                <a:sym typeface="Inter"/>
              </a:defRPr>
            </a:lvl5pPr>
            <a:lvl6pPr lvl="5">
              <a:spcBef>
                <a:spcPts val="0"/>
              </a:spcBef>
              <a:spcAft>
                <a:spcPts val="0"/>
              </a:spcAft>
              <a:buSzPts val="2800"/>
              <a:buFont typeface="Inter"/>
              <a:buNone/>
              <a:defRPr b="1">
                <a:latin typeface="Inter"/>
                <a:ea typeface="Inter"/>
                <a:cs typeface="Inter"/>
                <a:sym typeface="Inter"/>
              </a:defRPr>
            </a:lvl6pPr>
            <a:lvl7pPr lvl="6">
              <a:spcBef>
                <a:spcPts val="0"/>
              </a:spcBef>
              <a:spcAft>
                <a:spcPts val="0"/>
              </a:spcAft>
              <a:buSzPts val="2800"/>
              <a:buFont typeface="Inter"/>
              <a:buNone/>
              <a:defRPr b="1">
                <a:latin typeface="Inter"/>
                <a:ea typeface="Inter"/>
                <a:cs typeface="Inter"/>
                <a:sym typeface="Inter"/>
              </a:defRPr>
            </a:lvl7pPr>
            <a:lvl8pPr lvl="7">
              <a:spcBef>
                <a:spcPts val="0"/>
              </a:spcBef>
              <a:spcAft>
                <a:spcPts val="0"/>
              </a:spcAft>
              <a:buSzPts val="2800"/>
              <a:buFont typeface="Inter"/>
              <a:buNone/>
              <a:defRPr b="1">
                <a:latin typeface="Inter"/>
                <a:ea typeface="Inter"/>
                <a:cs typeface="Inter"/>
                <a:sym typeface="Inter"/>
              </a:defRPr>
            </a:lvl8pPr>
            <a:lvl9pPr lvl="8">
              <a:spcBef>
                <a:spcPts val="0"/>
              </a:spcBef>
              <a:spcAft>
                <a:spcPts val="0"/>
              </a:spcAft>
              <a:buSzPts val="2800"/>
              <a:buFont typeface="Inter"/>
              <a:buNone/>
              <a:defRPr b="1">
                <a:latin typeface="Inter"/>
                <a:ea typeface="Inter"/>
                <a:cs typeface="Inter"/>
                <a:sym typeface="Inter"/>
              </a:defRPr>
            </a:lvl9pPr>
          </a:lstStyle>
          <a:p/>
        </p:txBody>
      </p:sp>
      <p:sp>
        <p:nvSpPr>
          <p:cNvPr id="127" name="Google Shape;127;p29"/>
          <p:cNvSpPr txBox="1"/>
          <p:nvPr>
            <p:ph idx="7" type="title"/>
          </p:nvPr>
        </p:nvSpPr>
        <p:spPr>
          <a:xfrm>
            <a:off x="3918450" y="3307088"/>
            <a:ext cx="2006100" cy="490500"/>
          </a:xfrm>
          <a:prstGeom prst="rect">
            <a:avLst/>
          </a:prstGeom>
        </p:spPr>
        <p:txBody>
          <a:bodyPr anchorCtr="0" anchor="ctr" bIns="91425" lIns="0" spcFirstLastPara="1" rIns="91425" wrap="square" tIns="91425">
            <a:normAutofit/>
          </a:bodyPr>
          <a:lstStyle>
            <a:lvl1pPr lvl="0">
              <a:spcBef>
                <a:spcPts val="0"/>
              </a:spcBef>
              <a:spcAft>
                <a:spcPts val="0"/>
              </a:spcAft>
              <a:buSzPts val="1400"/>
              <a:buFont typeface="Inter"/>
              <a:buNone/>
              <a:defRPr b="1" sz="1400">
                <a:latin typeface="Inter"/>
                <a:ea typeface="Inter"/>
                <a:cs typeface="Inter"/>
                <a:sym typeface="Inter"/>
              </a:defRPr>
            </a:lvl1pPr>
            <a:lvl2pPr lvl="1">
              <a:spcBef>
                <a:spcPts val="0"/>
              </a:spcBef>
              <a:spcAft>
                <a:spcPts val="0"/>
              </a:spcAft>
              <a:buSzPts val="2800"/>
              <a:buFont typeface="Inter"/>
              <a:buNone/>
              <a:defRPr b="1">
                <a:latin typeface="Inter"/>
                <a:ea typeface="Inter"/>
                <a:cs typeface="Inter"/>
                <a:sym typeface="Inter"/>
              </a:defRPr>
            </a:lvl2pPr>
            <a:lvl3pPr lvl="2">
              <a:spcBef>
                <a:spcPts val="0"/>
              </a:spcBef>
              <a:spcAft>
                <a:spcPts val="0"/>
              </a:spcAft>
              <a:buSzPts val="2800"/>
              <a:buFont typeface="Inter"/>
              <a:buNone/>
              <a:defRPr b="1">
                <a:latin typeface="Inter"/>
                <a:ea typeface="Inter"/>
                <a:cs typeface="Inter"/>
                <a:sym typeface="Inter"/>
              </a:defRPr>
            </a:lvl3pPr>
            <a:lvl4pPr lvl="3">
              <a:spcBef>
                <a:spcPts val="0"/>
              </a:spcBef>
              <a:spcAft>
                <a:spcPts val="0"/>
              </a:spcAft>
              <a:buSzPts val="2800"/>
              <a:buFont typeface="Inter"/>
              <a:buNone/>
              <a:defRPr b="1">
                <a:latin typeface="Inter"/>
                <a:ea typeface="Inter"/>
                <a:cs typeface="Inter"/>
                <a:sym typeface="Inter"/>
              </a:defRPr>
            </a:lvl4pPr>
            <a:lvl5pPr lvl="4">
              <a:spcBef>
                <a:spcPts val="0"/>
              </a:spcBef>
              <a:spcAft>
                <a:spcPts val="0"/>
              </a:spcAft>
              <a:buSzPts val="2800"/>
              <a:buFont typeface="Inter"/>
              <a:buNone/>
              <a:defRPr b="1">
                <a:latin typeface="Inter"/>
                <a:ea typeface="Inter"/>
                <a:cs typeface="Inter"/>
                <a:sym typeface="Inter"/>
              </a:defRPr>
            </a:lvl5pPr>
            <a:lvl6pPr lvl="5">
              <a:spcBef>
                <a:spcPts val="0"/>
              </a:spcBef>
              <a:spcAft>
                <a:spcPts val="0"/>
              </a:spcAft>
              <a:buSzPts val="2800"/>
              <a:buFont typeface="Inter"/>
              <a:buNone/>
              <a:defRPr b="1">
                <a:latin typeface="Inter"/>
                <a:ea typeface="Inter"/>
                <a:cs typeface="Inter"/>
                <a:sym typeface="Inter"/>
              </a:defRPr>
            </a:lvl6pPr>
            <a:lvl7pPr lvl="6">
              <a:spcBef>
                <a:spcPts val="0"/>
              </a:spcBef>
              <a:spcAft>
                <a:spcPts val="0"/>
              </a:spcAft>
              <a:buSzPts val="2800"/>
              <a:buFont typeface="Inter"/>
              <a:buNone/>
              <a:defRPr b="1">
                <a:latin typeface="Inter"/>
                <a:ea typeface="Inter"/>
                <a:cs typeface="Inter"/>
                <a:sym typeface="Inter"/>
              </a:defRPr>
            </a:lvl7pPr>
            <a:lvl8pPr lvl="7">
              <a:spcBef>
                <a:spcPts val="0"/>
              </a:spcBef>
              <a:spcAft>
                <a:spcPts val="0"/>
              </a:spcAft>
              <a:buSzPts val="2800"/>
              <a:buFont typeface="Inter"/>
              <a:buNone/>
              <a:defRPr b="1">
                <a:latin typeface="Inter"/>
                <a:ea typeface="Inter"/>
                <a:cs typeface="Inter"/>
                <a:sym typeface="Inter"/>
              </a:defRPr>
            </a:lvl8pPr>
            <a:lvl9pPr lvl="8">
              <a:spcBef>
                <a:spcPts val="0"/>
              </a:spcBef>
              <a:spcAft>
                <a:spcPts val="0"/>
              </a:spcAft>
              <a:buSzPts val="2800"/>
              <a:buFont typeface="Inter"/>
              <a:buNone/>
              <a:defRPr b="1">
                <a:latin typeface="Inter"/>
                <a:ea typeface="Inter"/>
                <a:cs typeface="Inter"/>
                <a:sym typeface="Inter"/>
              </a:defRPr>
            </a:lvl9pPr>
          </a:lstStyle>
          <a:p/>
        </p:txBody>
      </p:sp>
      <p:sp>
        <p:nvSpPr>
          <p:cNvPr id="128" name="Google Shape;128;p29"/>
          <p:cNvSpPr txBox="1"/>
          <p:nvPr>
            <p:ph idx="8" type="title"/>
          </p:nvPr>
        </p:nvSpPr>
        <p:spPr>
          <a:xfrm>
            <a:off x="6699150" y="3307088"/>
            <a:ext cx="2006100" cy="490500"/>
          </a:xfrm>
          <a:prstGeom prst="rect">
            <a:avLst/>
          </a:prstGeom>
        </p:spPr>
        <p:txBody>
          <a:bodyPr anchorCtr="0" anchor="ctr" bIns="91425" lIns="0" spcFirstLastPara="1" rIns="91425" wrap="square" tIns="91425">
            <a:normAutofit/>
          </a:bodyPr>
          <a:lstStyle>
            <a:lvl1pPr lvl="0">
              <a:spcBef>
                <a:spcPts val="0"/>
              </a:spcBef>
              <a:spcAft>
                <a:spcPts val="0"/>
              </a:spcAft>
              <a:buSzPts val="1400"/>
              <a:buFont typeface="Inter"/>
              <a:buNone/>
              <a:defRPr b="1" sz="1400">
                <a:latin typeface="Inter"/>
                <a:ea typeface="Inter"/>
                <a:cs typeface="Inter"/>
                <a:sym typeface="Inter"/>
              </a:defRPr>
            </a:lvl1pPr>
            <a:lvl2pPr lvl="1">
              <a:spcBef>
                <a:spcPts val="0"/>
              </a:spcBef>
              <a:spcAft>
                <a:spcPts val="0"/>
              </a:spcAft>
              <a:buSzPts val="2800"/>
              <a:buFont typeface="Inter"/>
              <a:buNone/>
              <a:defRPr b="1">
                <a:latin typeface="Inter"/>
                <a:ea typeface="Inter"/>
                <a:cs typeface="Inter"/>
                <a:sym typeface="Inter"/>
              </a:defRPr>
            </a:lvl2pPr>
            <a:lvl3pPr lvl="2">
              <a:spcBef>
                <a:spcPts val="0"/>
              </a:spcBef>
              <a:spcAft>
                <a:spcPts val="0"/>
              </a:spcAft>
              <a:buSzPts val="2800"/>
              <a:buFont typeface="Inter"/>
              <a:buNone/>
              <a:defRPr b="1">
                <a:latin typeface="Inter"/>
                <a:ea typeface="Inter"/>
                <a:cs typeface="Inter"/>
                <a:sym typeface="Inter"/>
              </a:defRPr>
            </a:lvl3pPr>
            <a:lvl4pPr lvl="3">
              <a:spcBef>
                <a:spcPts val="0"/>
              </a:spcBef>
              <a:spcAft>
                <a:spcPts val="0"/>
              </a:spcAft>
              <a:buSzPts val="2800"/>
              <a:buFont typeface="Inter"/>
              <a:buNone/>
              <a:defRPr b="1">
                <a:latin typeface="Inter"/>
                <a:ea typeface="Inter"/>
                <a:cs typeface="Inter"/>
                <a:sym typeface="Inter"/>
              </a:defRPr>
            </a:lvl4pPr>
            <a:lvl5pPr lvl="4">
              <a:spcBef>
                <a:spcPts val="0"/>
              </a:spcBef>
              <a:spcAft>
                <a:spcPts val="0"/>
              </a:spcAft>
              <a:buSzPts val="2800"/>
              <a:buFont typeface="Inter"/>
              <a:buNone/>
              <a:defRPr b="1">
                <a:latin typeface="Inter"/>
                <a:ea typeface="Inter"/>
                <a:cs typeface="Inter"/>
                <a:sym typeface="Inter"/>
              </a:defRPr>
            </a:lvl5pPr>
            <a:lvl6pPr lvl="5">
              <a:spcBef>
                <a:spcPts val="0"/>
              </a:spcBef>
              <a:spcAft>
                <a:spcPts val="0"/>
              </a:spcAft>
              <a:buSzPts val="2800"/>
              <a:buFont typeface="Inter"/>
              <a:buNone/>
              <a:defRPr b="1">
                <a:latin typeface="Inter"/>
                <a:ea typeface="Inter"/>
                <a:cs typeface="Inter"/>
                <a:sym typeface="Inter"/>
              </a:defRPr>
            </a:lvl6pPr>
            <a:lvl7pPr lvl="6">
              <a:spcBef>
                <a:spcPts val="0"/>
              </a:spcBef>
              <a:spcAft>
                <a:spcPts val="0"/>
              </a:spcAft>
              <a:buSzPts val="2800"/>
              <a:buFont typeface="Inter"/>
              <a:buNone/>
              <a:defRPr b="1">
                <a:latin typeface="Inter"/>
                <a:ea typeface="Inter"/>
                <a:cs typeface="Inter"/>
                <a:sym typeface="Inter"/>
              </a:defRPr>
            </a:lvl7pPr>
            <a:lvl8pPr lvl="7">
              <a:spcBef>
                <a:spcPts val="0"/>
              </a:spcBef>
              <a:spcAft>
                <a:spcPts val="0"/>
              </a:spcAft>
              <a:buSzPts val="2800"/>
              <a:buFont typeface="Inter"/>
              <a:buNone/>
              <a:defRPr b="1">
                <a:latin typeface="Inter"/>
                <a:ea typeface="Inter"/>
                <a:cs typeface="Inter"/>
                <a:sym typeface="Inter"/>
              </a:defRPr>
            </a:lvl8pPr>
            <a:lvl9pPr lvl="8">
              <a:spcBef>
                <a:spcPts val="0"/>
              </a:spcBef>
              <a:spcAft>
                <a:spcPts val="0"/>
              </a:spcAft>
              <a:buSzPts val="2800"/>
              <a:buFont typeface="Inter"/>
              <a:buNone/>
              <a:defRPr b="1">
                <a:latin typeface="Inter"/>
                <a:ea typeface="Inter"/>
                <a:cs typeface="Inter"/>
                <a:sym typeface="Inte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theme" Target="../theme/theme1.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rgbClr val="1C1E23"/>
              </a:buClr>
              <a:buSzPts val="2800"/>
              <a:buFont typeface="Inter ExtraBold"/>
              <a:buNone/>
              <a:defRPr sz="2800">
                <a:solidFill>
                  <a:srgbClr val="1C1E23"/>
                </a:solidFill>
                <a:latin typeface="Inter ExtraBold"/>
                <a:ea typeface="Inter ExtraBold"/>
                <a:cs typeface="Inter ExtraBold"/>
                <a:sym typeface="Inter ExtraBold"/>
              </a:defRPr>
            </a:lvl1pPr>
            <a:lvl2pPr lvl="1">
              <a:spcBef>
                <a:spcPts val="0"/>
              </a:spcBef>
              <a:spcAft>
                <a:spcPts val="0"/>
              </a:spcAft>
              <a:buClr>
                <a:srgbClr val="1C1E23"/>
              </a:buClr>
              <a:buSzPts val="2800"/>
              <a:buFont typeface="Inter ExtraBold"/>
              <a:buNone/>
              <a:defRPr sz="2800">
                <a:solidFill>
                  <a:srgbClr val="1C1E23"/>
                </a:solidFill>
                <a:latin typeface="Inter ExtraBold"/>
                <a:ea typeface="Inter ExtraBold"/>
                <a:cs typeface="Inter ExtraBold"/>
                <a:sym typeface="Inter ExtraBold"/>
              </a:defRPr>
            </a:lvl2pPr>
            <a:lvl3pPr lvl="2">
              <a:spcBef>
                <a:spcPts val="0"/>
              </a:spcBef>
              <a:spcAft>
                <a:spcPts val="0"/>
              </a:spcAft>
              <a:buClr>
                <a:srgbClr val="1C1E23"/>
              </a:buClr>
              <a:buSzPts val="2800"/>
              <a:buFont typeface="Inter ExtraBold"/>
              <a:buNone/>
              <a:defRPr sz="2800">
                <a:solidFill>
                  <a:srgbClr val="1C1E23"/>
                </a:solidFill>
                <a:latin typeface="Inter ExtraBold"/>
                <a:ea typeface="Inter ExtraBold"/>
                <a:cs typeface="Inter ExtraBold"/>
                <a:sym typeface="Inter ExtraBold"/>
              </a:defRPr>
            </a:lvl3pPr>
            <a:lvl4pPr lvl="3">
              <a:spcBef>
                <a:spcPts val="0"/>
              </a:spcBef>
              <a:spcAft>
                <a:spcPts val="0"/>
              </a:spcAft>
              <a:buClr>
                <a:srgbClr val="1C1E23"/>
              </a:buClr>
              <a:buSzPts val="2800"/>
              <a:buFont typeface="Inter ExtraBold"/>
              <a:buNone/>
              <a:defRPr sz="2800">
                <a:solidFill>
                  <a:srgbClr val="1C1E23"/>
                </a:solidFill>
                <a:latin typeface="Inter ExtraBold"/>
                <a:ea typeface="Inter ExtraBold"/>
                <a:cs typeface="Inter ExtraBold"/>
                <a:sym typeface="Inter ExtraBold"/>
              </a:defRPr>
            </a:lvl4pPr>
            <a:lvl5pPr lvl="4">
              <a:spcBef>
                <a:spcPts val="0"/>
              </a:spcBef>
              <a:spcAft>
                <a:spcPts val="0"/>
              </a:spcAft>
              <a:buClr>
                <a:srgbClr val="1C1E23"/>
              </a:buClr>
              <a:buSzPts val="2800"/>
              <a:buFont typeface="Inter ExtraBold"/>
              <a:buNone/>
              <a:defRPr sz="2800">
                <a:solidFill>
                  <a:srgbClr val="1C1E23"/>
                </a:solidFill>
                <a:latin typeface="Inter ExtraBold"/>
                <a:ea typeface="Inter ExtraBold"/>
                <a:cs typeface="Inter ExtraBold"/>
                <a:sym typeface="Inter ExtraBold"/>
              </a:defRPr>
            </a:lvl5pPr>
            <a:lvl6pPr lvl="5">
              <a:spcBef>
                <a:spcPts val="0"/>
              </a:spcBef>
              <a:spcAft>
                <a:spcPts val="0"/>
              </a:spcAft>
              <a:buClr>
                <a:srgbClr val="1C1E23"/>
              </a:buClr>
              <a:buSzPts val="2800"/>
              <a:buFont typeface="Inter ExtraBold"/>
              <a:buNone/>
              <a:defRPr sz="2800">
                <a:solidFill>
                  <a:srgbClr val="1C1E23"/>
                </a:solidFill>
                <a:latin typeface="Inter ExtraBold"/>
                <a:ea typeface="Inter ExtraBold"/>
                <a:cs typeface="Inter ExtraBold"/>
                <a:sym typeface="Inter ExtraBold"/>
              </a:defRPr>
            </a:lvl6pPr>
            <a:lvl7pPr lvl="6">
              <a:spcBef>
                <a:spcPts val="0"/>
              </a:spcBef>
              <a:spcAft>
                <a:spcPts val="0"/>
              </a:spcAft>
              <a:buClr>
                <a:srgbClr val="1C1E23"/>
              </a:buClr>
              <a:buSzPts val="2800"/>
              <a:buFont typeface="Inter ExtraBold"/>
              <a:buNone/>
              <a:defRPr sz="2800">
                <a:solidFill>
                  <a:srgbClr val="1C1E23"/>
                </a:solidFill>
                <a:latin typeface="Inter ExtraBold"/>
                <a:ea typeface="Inter ExtraBold"/>
                <a:cs typeface="Inter ExtraBold"/>
                <a:sym typeface="Inter ExtraBold"/>
              </a:defRPr>
            </a:lvl7pPr>
            <a:lvl8pPr lvl="7">
              <a:spcBef>
                <a:spcPts val="0"/>
              </a:spcBef>
              <a:spcAft>
                <a:spcPts val="0"/>
              </a:spcAft>
              <a:buClr>
                <a:srgbClr val="1C1E23"/>
              </a:buClr>
              <a:buSzPts val="2800"/>
              <a:buFont typeface="Inter ExtraBold"/>
              <a:buNone/>
              <a:defRPr sz="2800">
                <a:solidFill>
                  <a:srgbClr val="1C1E23"/>
                </a:solidFill>
                <a:latin typeface="Inter ExtraBold"/>
                <a:ea typeface="Inter ExtraBold"/>
                <a:cs typeface="Inter ExtraBold"/>
                <a:sym typeface="Inter ExtraBold"/>
              </a:defRPr>
            </a:lvl8pPr>
            <a:lvl9pPr lvl="8">
              <a:spcBef>
                <a:spcPts val="0"/>
              </a:spcBef>
              <a:spcAft>
                <a:spcPts val="0"/>
              </a:spcAft>
              <a:buClr>
                <a:srgbClr val="1C1E23"/>
              </a:buClr>
              <a:buSzPts val="2800"/>
              <a:buFont typeface="Inter ExtraBold"/>
              <a:buNone/>
              <a:defRPr sz="2800">
                <a:solidFill>
                  <a:srgbClr val="1C1E23"/>
                </a:solidFill>
                <a:latin typeface="Inter ExtraBold"/>
                <a:ea typeface="Inter ExtraBold"/>
                <a:cs typeface="Inter ExtraBold"/>
                <a:sym typeface="Inter ExtraBo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rgbClr val="1C1E23"/>
              </a:buClr>
              <a:buSzPts val="1800"/>
              <a:buFont typeface="Inter"/>
              <a:buChar char="●"/>
              <a:defRPr sz="1800">
                <a:solidFill>
                  <a:srgbClr val="1C1E23"/>
                </a:solidFill>
                <a:latin typeface="Inter"/>
                <a:ea typeface="Inter"/>
                <a:cs typeface="Inter"/>
                <a:sym typeface="Inter"/>
              </a:defRPr>
            </a:lvl1pPr>
            <a:lvl2pPr indent="-317500" lvl="1" marL="914400">
              <a:lnSpc>
                <a:spcPct val="115000"/>
              </a:lnSpc>
              <a:spcBef>
                <a:spcPts val="0"/>
              </a:spcBef>
              <a:spcAft>
                <a:spcPts val="0"/>
              </a:spcAft>
              <a:buClr>
                <a:srgbClr val="1C1E23"/>
              </a:buClr>
              <a:buSzPts val="1400"/>
              <a:buFont typeface="Inter"/>
              <a:buChar char="○"/>
              <a:defRPr sz="1400">
                <a:solidFill>
                  <a:srgbClr val="1C1E23"/>
                </a:solidFill>
                <a:latin typeface="Inter"/>
                <a:ea typeface="Inter"/>
                <a:cs typeface="Inter"/>
                <a:sym typeface="Inter"/>
              </a:defRPr>
            </a:lvl2pPr>
            <a:lvl3pPr indent="-317500" lvl="2" marL="1371600">
              <a:lnSpc>
                <a:spcPct val="115000"/>
              </a:lnSpc>
              <a:spcBef>
                <a:spcPts val="0"/>
              </a:spcBef>
              <a:spcAft>
                <a:spcPts val="0"/>
              </a:spcAft>
              <a:buClr>
                <a:srgbClr val="1C1E23"/>
              </a:buClr>
              <a:buSzPts val="1400"/>
              <a:buFont typeface="Inter"/>
              <a:buChar char="■"/>
              <a:defRPr sz="1400">
                <a:solidFill>
                  <a:srgbClr val="1C1E23"/>
                </a:solidFill>
                <a:latin typeface="Inter"/>
                <a:ea typeface="Inter"/>
                <a:cs typeface="Inter"/>
                <a:sym typeface="Inter"/>
              </a:defRPr>
            </a:lvl3pPr>
            <a:lvl4pPr indent="-317500" lvl="3" marL="1828800">
              <a:lnSpc>
                <a:spcPct val="115000"/>
              </a:lnSpc>
              <a:spcBef>
                <a:spcPts val="0"/>
              </a:spcBef>
              <a:spcAft>
                <a:spcPts val="0"/>
              </a:spcAft>
              <a:buClr>
                <a:srgbClr val="1C1E23"/>
              </a:buClr>
              <a:buSzPts val="1400"/>
              <a:buFont typeface="Inter"/>
              <a:buChar char="●"/>
              <a:defRPr sz="1400">
                <a:solidFill>
                  <a:srgbClr val="1C1E23"/>
                </a:solidFill>
                <a:latin typeface="Inter"/>
                <a:ea typeface="Inter"/>
                <a:cs typeface="Inter"/>
                <a:sym typeface="Inter"/>
              </a:defRPr>
            </a:lvl4pPr>
            <a:lvl5pPr indent="-317500" lvl="4" marL="2286000">
              <a:lnSpc>
                <a:spcPct val="115000"/>
              </a:lnSpc>
              <a:spcBef>
                <a:spcPts val="0"/>
              </a:spcBef>
              <a:spcAft>
                <a:spcPts val="0"/>
              </a:spcAft>
              <a:buClr>
                <a:srgbClr val="1C1E23"/>
              </a:buClr>
              <a:buSzPts val="1400"/>
              <a:buFont typeface="Inter"/>
              <a:buChar char="○"/>
              <a:defRPr sz="1400">
                <a:solidFill>
                  <a:srgbClr val="1C1E23"/>
                </a:solidFill>
                <a:latin typeface="Inter"/>
                <a:ea typeface="Inter"/>
                <a:cs typeface="Inter"/>
                <a:sym typeface="Inter"/>
              </a:defRPr>
            </a:lvl5pPr>
            <a:lvl6pPr indent="-317500" lvl="5" marL="2743200">
              <a:lnSpc>
                <a:spcPct val="115000"/>
              </a:lnSpc>
              <a:spcBef>
                <a:spcPts val="0"/>
              </a:spcBef>
              <a:spcAft>
                <a:spcPts val="0"/>
              </a:spcAft>
              <a:buClr>
                <a:srgbClr val="1C1E23"/>
              </a:buClr>
              <a:buSzPts val="1400"/>
              <a:buFont typeface="Inter"/>
              <a:buChar char="■"/>
              <a:defRPr sz="1400">
                <a:solidFill>
                  <a:srgbClr val="1C1E23"/>
                </a:solidFill>
                <a:latin typeface="Inter"/>
                <a:ea typeface="Inter"/>
                <a:cs typeface="Inter"/>
                <a:sym typeface="Inter"/>
              </a:defRPr>
            </a:lvl6pPr>
            <a:lvl7pPr indent="-317500" lvl="6" marL="3200400">
              <a:lnSpc>
                <a:spcPct val="115000"/>
              </a:lnSpc>
              <a:spcBef>
                <a:spcPts val="0"/>
              </a:spcBef>
              <a:spcAft>
                <a:spcPts val="0"/>
              </a:spcAft>
              <a:buClr>
                <a:srgbClr val="1C1E23"/>
              </a:buClr>
              <a:buSzPts val="1400"/>
              <a:buFont typeface="Inter"/>
              <a:buChar char="●"/>
              <a:defRPr sz="1400">
                <a:solidFill>
                  <a:srgbClr val="1C1E23"/>
                </a:solidFill>
                <a:latin typeface="Inter"/>
                <a:ea typeface="Inter"/>
                <a:cs typeface="Inter"/>
                <a:sym typeface="Inter"/>
              </a:defRPr>
            </a:lvl7pPr>
            <a:lvl8pPr indent="-317500" lvl="7" marL="3657600">
              <a:lnSpc>
                <a:spcPct val="115000"/>
              </a:lnSpc>
              <a:spcBef>
                <a:spcPts val="0"/>
              </a:spcBef>
              <a:spcAft>
                <a:spcPts val="0"/>
              </a:spcAft>
              <a:buClr>
                <a:srgbClr val="1C1E23"/>
              </a:buClr>
              <a:buSzPts val="1400"/>
              <a:buFont typeface="Inter"/>
              <a:buChar char="○"/>
              <a:defRPr sz="1400">
                <a:solidFill>
                  <a:srgbClr val="1C1E23"/>
                </a:solidFill>
                <a:latin typeface="Inter"/>
                <a:ea typeface="Inter"/>
                <a:cs typeface="Inter"/>
                <a:sym typeface="Inter"/>
              </a:defRPr>
            </a:lvl8pPr>
            <a:lvl9pPr indent="-317500" lvl="8" marL="4114800">
              <a:lnSpc>
                <a:spcPct val="115000"/>
              </a:lnSpc>
              <a:spcBef>
                <a:spcPts val="0"/>
              </a:spcBef>
              <a:spcAft>
                <a:spcPts val="0"/>
              </a:spcAft>
              <a:buClr>
                <a:srgbClr val="1C1E23"/>
              </a:buClr>
              <a:buSzPts val="1400"/>
              <a:buFont typeface="Inter"/>
              <a:buChar char="■"/>
              <a:defRPr sz="1400">
                <a:solidFill>
                  <a:srgbClr val="1C1E23"/>
                </a:solidFill>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30"/>
          <p:cNvSpPr txBox="1"/>
          <p:nvPr>
            <p:ph type="title"/>
          </p:nvPr>
        </p:nvSpPr>
        <p:spPr>
          <a:xfrm>
            <a:off x="622800" y="787300"/>
            <a:ext cx="5898300" cy="1141500"/>
          </a:xfrm>
          <a:prstGeom prst="rect">
            <a:avLst/>
          </a:prstGeom>
        </p:spPr>
        <p:txBody>
          <a:bodyPr anchorCtr="0" anchor="t" bIns="91425" lIns="0" spcFirstLastPara="1" rIns="91425" wrap="square" tIns="91425">
            <a:noAutofit/>
          </a:bodyPr>
          <a:lstStyle/>
          <a:p>
            <a:pPr indent="0" lvl="0" marL="0" rtl="0" algn="l">
              <a:spcBef>
                <a:spcPts val="0"/>
              </a:spcBef>
              <a:spcAft>
                <a:spcPts val="0"/>
              </a:spcAft>
              <a:buSzPts val="500"/>
              <a:buNone/>
            </a:pPr>
            <a:r>
              <a:rPr lang="en"/>
              <a:t>Give Your AI Reviewer a Memory:</a:t>
            </a:r>
            <a:endParaRPr/>
          </a:p>
          <a:p>
            <a:pPr indent="0" lvl="0" marL="0" rtl="0" algn="l">
              <a:spcBef>
                <a:spcPts val="0"/>
              </a:spcBef>
              <a:spcAft>
                <a:spcPts val="0"/>
              </a:spcAft>
              <a:buSzPts val="500"/>
              <a:buNone/>
            </a:pPr>
            <a:r>
              <a:rPr lang="en"/>
              <a:t>Production-Aware PRs with Copilot, Elastic, and Azure AI</a:t>
            </a:r>
            <a:endParaRPr/>
          </a:p>
        </p:txBody>
      </p:sp>
      <p:sp>
        <p:nvSpPr>
          <p:cNvPr id="134" name="Google Shape;134;p30"/>
          <p:cNvSpPr txBox="1"/>
          <p:nvPr>
            <p:ph idx="1" type="subTitle"/>
          </p:nvPr>
        </p:nvSpPr>
        <p:spPr>
          <a:xfrm>
            <a:off x="622800" y="1928800"/>
            <a:ext cx="4435500" cy="10167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a:t>Jeff Vestal · Staff Developer Advocate, Elastic</a:t>
            </a:r>
            <a:endParaRPr/>
          </a:p>
          <a:p>
            <a:pPr indent="0" lvl="0" marL="0" rtl="0" algn="l">
              <a:spcBef>
                <a:spcPts val="1200"/>
              </a:spcBef>
              <a:spcAft>
                <a:spcPts val="1200"/>
              </a:spcAft>
              <a:buNone/>
            </a:pPr>
            <a:r>
              <a:rPr lang="en"/>
              <a:t>Microsoft Build 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31"/>
          <p:cNvSpPr txBox="1"/>
          <p:nvPr>
            <p:ph type="title"/>
          </p:nvPr>
        </p:nvSpPr>
        <p:spPr>
          <a:xfrm>
            <a:off x="457200" y="711775"/>
            <a:ext cx="3660600" cy="4728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a:t>Session at a Glance</a:t>
            </a:r>
            <a:endParaRPr sz="2200"/>
          </a:p>
        </p:txBody>
      </p:sp>
      <p:sp>
        <p:nvSpPr>
          <p:cNvPr id="140" name="Google Shape;140;p31"/>
          <p:cNvSpPr txBox="1"/>
          <p:nvPr>
            <p:ph idx="1" type="subTitle"/>
          </p:nvPr>
        </p:nvSpPr>
        <p:spPr>
          <a:xfrm>
            <a:off x="466900" y="1129950"/>
            <a:ext cx="3660600" cy="2997600"/>
          </a:xfrm>
          <a:prstGeom prst="rect">
            <a:avLst/>
          </a:prstGeom>
        </p:spPr>
        <p:txBody>
          <a:bodyPr anchorCtr="0" anchor="t" bIns="91425" lIns="0" spcFirstLastPara="1" rIns="91425" wrap="square" tIns="91425">
            <a:noAutofit/>
          </a:bodyPr>
          <a:lstStyle/>
          <a:p>
            <a:pPr indent="0" lvl="0" marL="0" rtl="0" algn="l">
              <a:spcBef>
                <a:spcPts val="0"/>
              </a:spcBef>
              <a:spcAft>
                <a:spcPts val="1200"/>
              </a:spcAft>
              <a:buNone/>
            </a:pPr>
            <a:r>
              <a:rPr lang="en"/>
              <a:t>Your AI code reviewer reads every diff — but it has no memory of what took down production at 2am three months ago. In this session, you'll see how to fix that. We'll build a production-aware PR review pipeline using GitHub Copilot, Elastic Agent Builder, and Azure AI Foundry. A GitHub Action triggers an Elastic Workflow that invokes an AI agent with access to two sources of memory: OpenTelemetry traces and historical incident postmortems — both stored in Elasticsearch. The agent reads the diff, matches against known failure patterns, and posts a code review comment before a human ever opens the PR. Then we switch to VS Code Copilot Agent Mode, connected to the same Elastic MCP server, to investigate and fix the issue. One MCP server. Two entry points. A reviewer that remembers.</a:t>
            </a:r>
            <a:endParaRPr/>
          </a:p>
        </p:txBody>
      </p:sp>
      <p:sp>
        <p:nvSpPr>
          <p:cNvPr id="141" name="Google Shape;141;p31"/>
          <p:cNvSpPr/>
          <p:nvPr/>
        </p:nvSpPr>
        <p:spPr>
          <a:xfrm>
            <a:off x="5484125" y="557250"/>
            <a:ext cx="3049200" cy="4137000"/>
          </a:xfrm>
          <a:prstGeom prst="roundRect">
            <a:avLst>
              <a:gd fmla="val 9674" name="adj"/>
            </a:avLst>
          </a:prstGeom>
          <a:solidFill>
            <a:srgbClr val="101C3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 name="Google Shape;142;p31"/>
          <p:cNvSpPr/>
          <p:nvPr>
            <p:ph idx="2" type="pic"/>
          </p:nvPr>
        </p:nvSpPr>
        <p:spPr>
          <a:xfrm>
            <a:off x="5484125" y="557250"/>
            <a:ext cx="2982600" cy="4029000"/>
          </a:xfrm>
          <a:prstGeom prst="roundRect">
            <a:avLst>
              <a:gd fmla="val 8462" name="adj"/>
            </a:avLst>
          </a:prstGeom>
          <a:noFill/>
          <a:ln cap="flat" cmpd="sng" w="19050">
            <a:solidFill>
              <a:srgbClr val="101C3F"/>
            </a:solidFill>
            <a:prstDash val="solid"/>
            <a:round/>
            <a:headEnd len="sm" w="sm" type="none"/>
            <a:tailEnd len="sm" w="sm" type="none"/>
          </a:ln>
        </p:spPr>
      </p:sp>
      <p:sp>
        <p:nvSpPr>
          <p:cNvPr id="143" name="Google Shape;143;p31"/>
          <p:cNvSpPr/>
          <p:nvPr/>
        </p:nvSpPr>
        <p:spPr>
          <a:xfrm>
            <a:off x="4938247" y="2927093"/>
            <a:ext cx="1495200" cy="1356000"/>
          </a:xfrm>
          <a:prstGeom prst="roundRect">
            <a:avLst>
              <a:gd fmla="val 12075" name="adj"/>
            </a:avLst>
          </a:prstGeom>
          <a:solidFill>
            <a:srgbClr val="101C3F"/>
          </a:solidFill>
          <a:ln cap="flat" cmpd="sng" w="9525">
            <a:solidFill>
              <a:srgbClr val="101C3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44" name="Google Shape;144;p31"/>
          <p:cNvSpPr/>
          <p:nvPr/>
        </p:nvSpPr>
        <p:spPr>
          <a:xfrm>
            <a:off x="4938225" y="2880924"/>
            <a:ext cx="1495200" cy="1356000"/>
          </a:xfrm>
          <a:prstGeom prst="roundRect">
            <a:avLst>
              <a:gd fmla="val 8636" name="adj"/>
            </a:avLst>
          </a:prstGeom>
          <a:solidFill>
            <a:schemeClr val="lt1"/>
          </a:solidFill>
          <a:ln cap="flat" cmpd="sng" w="9525">
            <a:solidFill>
              <a:srgbClr val="101C3F"/>
            </a:solidFill>
            <a:prstDash val="solid"/>
            <a:round/>
            <a:headEnd len="sm" w="sm" type="none"/>
            <a:tailEnd len="sm" w="sm" type="none"/>
          </a:ln>
        </p:spPr>
        <p:txBody>
          <a:bodyPr anchorCtr="0" anchor="ctr" bIns="91425" lIns="91425" spcFirstLastPara="1" rIns="91425" wrap="square" tIns="640075">
            <a:noAutofit/>
          </a:bodyPr>
          <a:lstStyle/>
          <a:p>
            <a:pPr indent="0" lvl="0" marL="0" rtl="0" algn="l">
              <a:lnSpc>
                <a:spcPct val="115000"/>
              </a:lnSpc>
              <a:spcBef>
                <a:spcPts val="0"/>
              </a:spcBef>
              <a:spcAft>
                <a:spcPts val="0"/>
              </a:spcAft>
              <a:buNone/>
            </a:pPr>
            <a:r>
              <a:rPr lang="en" sz="700">
                <a:solidFill>
                  <a:schemeClr val="dk1"/>
                </a:solidFill>
                <a:latin typeface="Inter Medium"/>
                <a:ea typeface="Inter Medium"/>
                <a:cs typeface="Inter Medium"/>
                <a:sym typeface="Inter Medium"/>
              </a:rPr>
              <a:t>Audience: Level 300 · Developer / Platform Engineer / SRE</a:t>
            </a:r>
            <a:endParaRPr sz="700">
              <a:solidFill>
                <a:schemeClr val="dk1"/>
              </a:solidFill>
              <a:latin typeface="Inter Medium"/>
              <a:ea typeface="Inter Medium"/>
              <a:cs typeface="Inter Medium"/>
              <a:sym typeface="Inter Medium"/>
            </a:endParaRPr>
          </a:p>
          <a:p>
            <a:pPr indent="0" lvl="0" marL="0" rtl="0" algn="l">
              <a:lnSpc>
                <a:spcPct val="115000"/>
              </a:lnSpc>
              <a:spcBef>
                <a:spcPts val="1200"/>
              </a:spcBef>
              <a:spcAft>
                <a:spcPts val="0"/>
              </a:spcAft>
              <a:buNone/>
            </a:pPr>
            <a:r>
              <a:rPr lang="en" sz="700">
                <a:solidFill>
                  <a:schemeClr val="dk1"/>
                </a:solidFill>
                <a:latin typeface="Inter Medium"/>
                <a:ea typeface="Inter Medium"/>
                <a:cs typeface="Inter Medium"/>
                <a:sym typeface="Inter Medium"/>
              </a:rPr>
              <a:t>Format: Breakout · 25 min · Solo</a:t>
            </a:r>
            <a:endParaRPr sz="700">
              <a:solidFill>
                <a:schemeClr val="dk1"/>
              </a:solidFill>
              <a:latin typeface="Inter Medium"/>
              <a:ea typeface="Inter Medium"/>
              <a:cs typeface="Inter Medium"/>
              <a:sym typeface="Inter Medium"/>
            </a:endParaRPr>
          </a:p>
          <a:p>
            <a:pPr indent="0" lvl="0" marL="0" rtl="0" algn="l">
              <a:lnSpc>
                <a:spcPct val="115000"/>
              </a:lnSpc>
              <a:spcBef>
                <a:spcPts val="1200"/>
              </a:spcBef>
              <a:spcAft>
                <a:spcPts val="0"/>
              </a:spcAft>
              <a:buNone/>
            </a:pPr>
            <a:r>
              <a:rPr lang="en" sz="700">
                <a:solidFill>
                  <a:schemeClr val="dk1"/>
                </a:solidFill>
                <a:latin typeface="Inter Medium"/>
                <a:ea typeface="Inter Medium"/>
                <a:cs typeface="Inter Medium"/>
                <a:sym typeface="Inter Medium"/>
              </a:rPr>
              <a:t>Prerequisites: Basic GitHub and VS Code familiarity</a:t>
            </a:r>
            <a:endParaRPr sz="700">
              <a:solidFill>
                <a:schemeClr val="dk1"/>
              </a:solidFill>
              <a:latin typeface="Inter Medium"/>
              <a:ea typeface="Inter Medium"/>
              <a:cs typeface="Inter Medium"/>
              <a:sym typeface="Inter Medium"/>
            </a:endParaRPr>
          </a:p>
          <a:p>
            <a:pPr indent="0" lvl="0" marL="0" rtl="0" algn="l">
              <a:lnSpc>
                <a:spcPct val="115000"/>
              </a:lnSpc>
              <a:spcBef>
                <a:spcPts val="1200"/>
              </a:spcBef>
              <a:spcAft>
                <a:spcPts val="0"/>
              </a:spcAft>
              <a:buNone/>
            </a:pPr>
            <a:r>
              <a:t/>
            </a:r>
            <a:endParaRPr sz="700">
              <a:solidFill>
                <a:schemeClr val="dk1"/>
              </a:solidFill>
              <a:latin typeface="Inter Medium"/>
              <a:ea typeface="Inter Medium"/>
              <a:cs typeface="Inter Medium"/>
              <a:sym typeface="Inter Medium"/>
            </a:endParaRPr>
          </a:p>
          <a:p>
            <a:pPr indent="0" lvl="0" marL="0" rtl="0" algn="l">
              <a:lnSpc>
                <a:spcPct val="115000"/>
              </a:lnSpc>
              <a:spcBef>
                <a:spcPts val="1200"/>
              </a:spcBef>
              <a:spcAft>
                <a:spcPts val="0"/>
              </a:spcAft>
              <a:buNone/>
            </a:pPr>
            <a:r>
              <a:rPr lang="en" sz="700">
                <a:solidFill>
                  <a:schemeClr val="dk1"/>
                </a:solidFill>
                <a:latin typeface="Inter Medium"/>
                <a:ea typeface="Inter Medium"/>
                <a:cs typeface="Inter Medium"/>
                <a:sym typeface="Inter Medium"/>
              </a:rPr>
              <a:t>Goals:</a:t>
            </a:r>
            <a:endParaRPr sz="700">
              <a:solidFill>
                <a:schemeClr val="dk1"/>
              </a:solidFill>
              <a:latin typeface="Inter Medium"/>
              <a:ea typeface="Inter Medium"/>
              <a:cs typeface="Inter Medium"/>
              <a:sym typeface="Inter Medium"/>
            </a:endParaRPr>
          </a:p>
          <a:p>
            <a:pPr indent="0" lvl="0" marL="0" rtl="0" algn="l">
              <a:lnSpc>
                <a:spcPct val="115000"/>
              </a:lnSpc>
              <a:spcBef>
                <a:spcPts val="1200"/>
              </a:spcBef>
              <a:spcAft>
                <a:spcPts val="0"/>
              </a:spcAft>
              <a:buNone/>
            </a:pPr>
            <a:r>
              <a:rPr lang="en" sz="700">
                <a:solidFill>
                  <a:schemeClr val="dk1"/>
                </a:solidFill>
                <a:latin typeface="Inter Medium"/>
                <a:ea typeface="Inter Medium"/>
                <a:cs typeface="Inter Medium"/>
                <a:sym typeface="Inter Medium"/>
              </a:rPr>
              <a:t>1. OTel traces + postmortems give Copilot production memory raw code review lacks</a:t>
            </a:r>
            <a:endParaRPr sz="700">
              <a:solidFill>
                <a:schemeClr val="dk1"/>
              </a:solidFill>
              <a:latin typeface="Inter Medium"/>
              <a:ea typeface="Inter Medium"/>
              <a:cs typeface="Inter Medium"/>
              <a:sym typeface="Inter Medium"/>
            </a:endParaRPr>
          </a:p>
          <a:p>
            <a:pPr indent="0" lvl="0" marL="0" rtl="0" algn="l">
              <a:lnSpc>
                <a:spcPct val="115000"/>
              </a:lnSpc>
              <a:spcBef>
                <a:spcPts val="1200"/>
              </a:spcBef>
              <a:spcAft>
                <a:spcPts val="0"/>
              </a:spcAft>
              <a:buNone/>
            </a:pPr>
            <a:r>
              <a:rPr lang="en" sz="700">
                <a:solidFill>
                  <a:schemeClr val="dk1"/>
                </a:solidFill>
                <a:latin typeface="Inter Medium"/>
                <a:ea typeface="Inter Medium"/>
                <a:cs typeface="Inter Medium"/>
                <a:sym typeface="Inter Medium"/>
              </a:rPr>
              <a:t>2. One Elastic MCP server — configure once, works in VS Code and GitHub Actions</a:t>
            </a:r>
            <a:endParaRPr sz="700">
              <a:solidFill>
                <a:schemeClr val="dk1"/>
              </a:solidFill>
              <a:latin typeface="Inter Medium"/>
              <a:ea typeface="Inter Medium"/>
              <a:cs typeface="Inter Medium"/>
              <a:sym typeface="Inter Medium"/>
            </a:endParaRPr>
          </a:p>
          <a:p>
            <a:pPr indent="0" lvl="0" marL="0" rtl="0" algn="l">
              <a:lnSpc>
                <a:spcPct val="115000"/>
              </a:lnSpc>
              <a:spcBef>
                <a:spcPts val="1200"/>
              </a:spcBef>
              <a:spcAft>
                <a:spcPts val="1200"/>
              </a:spcAft>
              <a:buNone/>
            </a:pPr>
            <a:r>
              <a:rPr lang="en" sz="700">
                <a:solidFill>
                  <a:schemeClr val="dk1"/>
                </a:solidFill>
                <a:latin typeface="Inter Medium"/>
                <a:ea typeface="Inter Medium"/>
                <a:cs typeface="Inter Medium"/>
                <a:sym typeface="Inter Medium"/>
              </a:rPr>
              <a:t>3. Pattern for catching concurrency regressions at PR time using semantic search</a:t>
            </a:r>
            <a:endParaRPr sz="700">
              <a:solidFill>
                <a:schemeClr val="dk1"/>
              </a:solidFill>
              <a:latin typeface="Inter Medium"/>
              <a:ea typeface="Inter Medium"/>
              <a:cs typeface="Inter Medium"/>
              <a:sym typeface="Inter Medium"/>
            </a:endParaRPr>
          </a:p>
        </p:txBody>
      </p:sp>
      <p:pic>
        <p:nvPicPr>
          <p:cNvPr id="145" name="Google Shape;145;p31" title="autocomplete.png"/>
          <p:cNvPicPr preferRelativeResize="0"/>
          <p:nvPr/>
        </p:nvPicPr>
        <p:blipFill>
          <a:blip r:embed="rId3">
            <a:alphaModFix/>
          </a:blip>
          <a:stretch>
            <a:fillRect/>
          </a:stretch>
        </p:blipFill>
        <p:spPr>
          <a:xfrm>
            <a:off x="5070893" y="3017100"/>
            <a:ext cx="347929" cy="3474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2026 Elastic">
  <a:themeElements>
    <a:clrScheme name="Simple Light">
      <a:dk1>
        <a:srgbClr val="000000"/>
      </a:dk1>
      <a:lt1>
        <a:srgbClr val="FFFFFF"/>
      </a:lt1>
      <a:dk2>
        <a:srgbClr val="ABB4C4"/>
      </a:dk2>
      <a:lt2>
        <a:srgbClr val="EFF1F4"/>
      </a:lt2>
      <a:accent1>
        <a:srgbClr val="48EFCF"/>
      </a:accent1>
      <a:accent2>
        <a:srgbClr val="0B64DD"/>
      </a:accent2>
      <a:accent3>
        <a:srgbClr val="F04E98"/>
      </a:accent3>
      <a:accent4>
        <a:srgbClr val="FF957D"/>
      </a:accent4>
      <a:accent5>
        <a:srgbClr val="FEC514"/>
      </a:accent5>
      <a:accent6>
        <a:srgbClr val="153385"/>
      </a:accent6>
      <a:hlink>
        <a:srgbClr val="0B64D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